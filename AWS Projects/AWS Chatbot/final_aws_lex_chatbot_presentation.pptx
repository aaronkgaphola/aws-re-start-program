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13.svg"/><Relationship Id="rId4" Type="http://schemas.openxmlformats.org/officeDocument/2006/relationships/image" Target="../media/image19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13.svg"/><Relationship Id="rId4" Type="http://schemas.openxmlformats.org/officeDocument/2006/relationships/image" Target="../media/image19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0D3CE-20CE-47B4-9B21-153FE97D519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910907-4756-4163-96D4-D724ED6A190E}">
      <dgm:prSet/>
      <dgm:spPr/>
      <dgm:t>
        <a:bodyPr/>
        <a:lstStyle/>
        <a:p>
          <a:r>
            <a:rPr lang="en-US" b="0" i="0"/>
            <a:t>• AWS service for building conversational interfaces</a:t>
          </a:r>
          <a:endParaRPr lang="en-US"/>
        </a:p>
      </dgm:t>
    </dgm:pt>
    <dgm:pt modelId="{C655EE92-6F85-474C-8AE3-1F81FDA0B021}" type="parTrans" cxnId="{C744D0E8-68F3-4A8A-BAC6-3EFCBCF2BBDC}">
      <dgm:prSet/>
      <dgm:spPr/>
      <dgm:t>
        <a:bodyPr/>
        <a:lstStyle/>
        <a:p>
          <a:endParaRPr lang="en-US"/>
        </a:p>
      </dgm:t>
    </dgm:pt>
    <dgm:pt modelId="{8651D27C-DC5E-4C80-8D80-F5FD2E3FFCA8}" type="sibTrans" cxnId="{C744D0E8-68F3-4A8A-BAC6-3EFCBCF2BBDC}">
      <dgm:prSet/>
      <dgm:spPr/>
      <dgm:t>
        <a:bodyPr/>
        <a:lstStyle/>
        <a:p>
          <a:endParaRPr lang="en-US"/>
        </a:p>
      </dgm:t>
    </dgm:pt>
    <dgm:pt modelId="{593E8606-D2D3-4CB0-9527-CCF5AAC34F95}">
      <dgm:prSet/>
      <dgm:spPr/>
      <dgm:t>
        <a:bodyPr/>
        <a:lstStyle/>
        <a:p>
          <a:r>
            <a:rPr lang="en-US" b="0" i="0"/>
            <a:t>• Uses voice and text inputs</a:t>
          </a:r>
          <a:endParaRPr lang="en-US"/>
        </a:p>
      </dgm:t>
    </dgm:pt>
    <dgm:pt modelId="{AFFD1187-0E4F-47AD-A583-CE66D750F05F}" type="parTrans" cxnId="{38FBF13B-603E-4764-BFE5-48DC21C434C5}">
      <dgm:prSet/>
      <dgm:spPr/>
      <dgm:t>
        <a:bodyPr/>
        <a:lstStyle/>
        <a:p>
          <a:endParaRPr lang="en-US"/>
        </a:p>
      </dgm:t>
    </dgm:pt>
    <dgm:pt modelId="{59F76FD6-EC9E-46C6-B9FE-61FCF56A971A}" type="sibTrans" cxnId="{38FBF13B-603E-4764-BFE5-48DC21C434C5}">
      <dgm:prSet/>
      <dgm:spPr/>
      <dgm:t>
        <a:bodyPr/>
        <a:lstStyle/>
        <a:p>
          <a:endParaRPr lang="en-US"/>
        </a:p>
      </dgm:t>
    </dgm:pt>
    <dgm:pt modelId="{0AA60E96-6B77-420A-A931-5BF448F92BB4}">
      <dgm:prSet/>
      <dgm:spPr/>
      <dgm:t>
        <a:bodyPr/>
        <a:lstStyle/>
        <a:p>
          <a:r>
            <a:rPr lang="en-US" b="0" i="0"/>
            <a:t>• Powered by NLP (Natural Language Processing)</a:t>
          </a:r>
          <a:endParaRPr lang="en-US"/>
        </a:p>
      </dgm:t>
    </dgm:pt>
    <dgm:pt modelId="{B07FF04A-70A7-46BF-A994-FFB4A944067C}" type="parTrans" cxnId="{80089C2B-011A-413A-9B5F-84A7185864E1}">
      <dgm:prSet/>
      <dgm:spPr/>
      <dgm:t>
        <a:bodyPr/>
        <a:lstStyle/>
        <a:p>
          <a:endParaRPr lang="en-US"/>
        </a:p>
      </dgm:t>
    </dgm:pt>
    <dgm:pt modelId="{EFF4DA93-AEEB-47BB-B3BB-B33574870948}" type="sibTrans" cxnId="{80089C2B-011A-413A-9B5F-84A7185864E1}">
      <dgm:prSet/>
      <dgm:spPr/>
      <dgm:t>
        <a:bodyPr/>
        <a:lstStyle/>
        <a:p>
          <a:endParaRPr lang="en-US"/>
        </a:p>
      </dgm:t>
    </dgm:pt>
    <dgm:pt modelId="{083061B5-4CDE-4ABB-A085-A02A1ED9C89E}">
      <dgm:prSet/>
      <dgm:spPr/>
      <dgm:t>
        <a:bodyPr/>
        <a:lstStyle/>
        <a:p>
          <a:r>
            <a:rPr lang="en-US" b="0" i="0"/>
            <a:t>• Enables chatbots for web, mobile, and messaging apps</a:t>
          </a:r>
          <a:endParaRPr lang="en-US"/>
        </a:p>
      </dgm:t>
    </dgm:pt>
    <dgm:pt modelId="{E44DA562-5FDE-47F9-9EC1-A9B63774B503}" type="parTrans" cxnId="{224C24F3-34C7-4DF6-86C4-357B52BECB4D}">
      <dgm:prSet/>
      <dgm:spPr/>
      <dgm:t>
        <a:bodyPr/>
        <a:lstStyle/>
        <a:p>
          <a:endParaRPr lang="en-US"/>
        </a:p>
      </dgm:t>
    </dgm:pt>
    <dgm:pt modelId="{92DC908B-9730-49F0-AFE0-A75F8F2047EC}" type="sibTrans" cxnId="{224C24F3-34C7-4DF6-86C4-357B52BECB4D}">
      <dgm:prSet/>
      <dgm:spPr/>
      <dgm:t>
        <a:bodyPr/>
        <a:lstStyle/>
        <a:p>
          <a:endParaRPr lang="en-US"/>
        </a:p>
      </dgm:t>
    </dgm:pt>
    <dgm:pt modelId="{CC92A619-4339-4CA7-B409-D23C8E17AA74}" type="pres">
      <dgm:prSet presAssocID="{ACA0D3CE-20CE-47B4-9B21-153FE97D519D}" presName="root" presStyleCnt="0">
        <dgm:presLayoutVars>
          <dgm:dir/>
          <dgm:resizeHandles val="exact"/>
        </dgm:presLayoutVars>
      </dgm:prSet>
      <dgm:spPr/>
    </dgm:pt>
    <dgm:pt modelId="{63915FB4-07BC-47AC-A01B-A4AD6C86AB2F}" type="pres">
      <dgm:prSet presAssocID="{5E910907-4756-4163-96D4-D724ED6A190E}" presName="compNode" presStyleCnt="0"/>
      <dgm:spPr/>
    </dgm:pt>
    <dgm:pt modelId="{4561C3D9-700C-4C18-BFCC-6232EA5AC17A}" type="pres">
      <dgm:prSet presAssocID="{5E910907-4756-4163-96D4-D724ED6A19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E322350-3624-4E57-BD89-D5F5B7783E31}" type="pres">
      <dgm:prSet presAssocID="{5E910907-4756-4163-96D4-D724ED6A190E}" presName="spaceRect" presStyleCnt="0"/>
      <dgm:spPr/>
    </dgm:pt>
    <dgm:pt modelId="{25F437E7-C6AA-4251-8AE8-B0D6F3850739}" type="pres">
      <dgm:prSet presAssocID="{5E910907-4756-4163-96D4-D724ED6A190E}" presName="textRect" presStyleLbl="revTx" presStyleIdx="0" presStyleCnt="4">
        <dgm:presLayoutVars>
          <dgm:chMax val="1"/>
          <dgm:chPref val="1"/>
        </dgm:presLayoutVars>
      </dgm:prSet>
      <dgm:spPr/>
    </dgm:pt>
    <dgm:pt modelId="{71C10E31-61C5-4485-AA1B-739FCADCFE57}" type="pres">
      <dgm:prSet presAssocID="{8651D27C-DC5E-4C80-8D80-F5FD2E3FFCA8}" presName="sibTrans" presStyleCnt="0"/>
      <dgm:spPr/>
    </dgm:pt>
    <dgm:pt modelId="{8CA85473-6352-4413-9CB4-9255B5366B67}" type="pres">
      <dgm:prSet presAssocID="{593E8606-D2D3-4CB0-9527-CCF5AAC34F95}" presName="compNode" presStyleCnt="0"/>
      <dgm:spPr/>
    </dgm:pt>
    <dgm:pt modelId="{6D6C33AB-7FED-4854-92FF-9283CEA9FF93}" type="pres">
      <dgm:prSet presAssocID="{593E8606-D2D3-4CB0-9527-CCF5AAC34F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A1749A8-83D3-4A44-9A6D-96FF9BDD9DF4}" type="pres">
      <dgm:prSet presAssocID="{593E8606-D2D3-4CB0-9527-CCF5AAC34F95}" presName="spaceRect" presStyleCnt="0"/>
      <dgm:spPr/>
    </dgm:pt>
    <dgm:pt modelId="{57B8CF2A-50E2-4C42-83E3-80BD8D55B207}" type="pres">
      <dgm:prSet presAssocID="{593E8606-D2D3-4CB0-9527-CCF5AAC34F95}" presName="textRect" presStyleLbl="revTx" presStyleIdx="1" presStyleCnt="4">
        <dgm:presLayoutVars>
          <dgm:chMax val="1"/>
          <dgm:chPref val="1"/>
        </dgm:presLayoutVars>
      </dgm:prSet>
      <dgm:spPr/>
    </dgm:pt>
    <dgm:pt modelId="{D3E1E391-AFCF-4F35-BF56-FA8DD6945BCF}" type="pres">
      <dgm:prSet presAssocID="{59F76FD6-EC9E-46C6-B9FE-61FCF56A971A}" presName="sibTrans" presStyleCnt="0"/>
      <dgm:spPr/>
    </dgm:pt>
    <dgm:pt modelId="{157B2AE5-B28E-4075-8B32-CA96087E460D}" type="pres">
      <dgm:prSet presAssocID="{0AA60E96-6B77-420A-A931-5BF448F92BB4}" presName="compNode" presStyleCnt="0"/>
      <dgm:spPr/>
    </dgm:pt>
    <dgm:pt modelId="{C8E878E2-283E-4583-B75F-0A12A2A6CB6E}" type="pres">
      <dgm:prSet presAssocID="{0AA60E96-6B77-420A-A931-5BF448F92B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9BAF932-EE75-4656-8F2A-2AE292BB83CD}" type="pres">
      <dgm:prSet presAssocID="{0AA60E96-6B77-420A-A931-5BF448F92BB4}" presName="spaceRect" presStyleCnt="0"/>
      <dgm:spPr/>
    </dgm:pt>
    <dgm:pt modelId="{30990F93-F185-4E12-BF1E-8ACFBBA50C9F}" type="pres">
      <dgm:prSet presAssocID="{0AA60E96-6B77-420A-A931-5BF448F92BB4}" presName="textRect" presStyleLbl="revTx" presStyleIdx="2" presStyleCnt="4">
        <dgm:presLayoutVars>
          <dgm:chMax val="1"/>
          <dgm:chPref val="1"/>
        </dgm:presLayoutVars>
      </dgm:prSet>
      <dgm:spPr/>
    </dgm:pt>
    <dgm:pt modelId="{B3FB49A1-9427-4E5D-9501-93348BBC28CC}" type="pres">
      <dgm:prSet presAssocID="{EFF4DA93-AEEB-47BB-B3BB-B33574870948}" presName="sibTrans" presStyleCnt="0"/>
      <dgm:spPr/>
    </dgm:pt>
    <dgm:pt modelId="{CD9F0703-DE80-4F36-888B-85F5C8A75DD4}" type="pres">
      <dgm:prSet presAssocID="{083061B5-4CDE-4ABB-A085-A02A1ED9C89E}" presName="compNode" presStyleCnt="0"/>
      <dgm:spPr/>
    </dgm:pt>
    <dgm:pt modelId="{73882269-15A8-494C-9A33-A15B37A6C321}" type="pres">
      <dgm:prSet presAssocID="{083061B5-4CDE-4ABB-A085-A02A1ED9C8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FC12D89-95D6-4D3C-8505-E8BEB9DBC8CC}" type="pres">
      <dgm:prSet presAssocID="{083061B5-4CDE-4ABB-A085-A02A1ED9C89E}" presName="spaceRect" presStyleCnt="0"/>
      <dgm:spPr/>
    </dgm:pt>
    <dgm:pt modelId="{58565D80-ED22-4728-AFE3-9EE58241CAB3}" type="pres">
      <dgm:prSet presAssocID="{083061B5-4CDE-4ABB-A085-A02A1ED9C89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0089C2B-011A-413A-9B5F-84A7185864E1}" srcId="{ACA0D3CE-20CE-47B4-9B21-153FE97D519D}" destId="{0AA60E96-6B77-420A-A931-5BF448F92BB4}" srcOrd="2" destOrd="0" parTransId="{B07FF04A-70A7-46BF-A994-FFB4A944067C}" sibTransId="{EFF4DA93-AEEB-47BB-B3BB-B33574870948}"/>
    <dgm:cxn modelId="{38FBF13B-603E-4764-BFE5-48DC21C434C5}" srcId="{ACA0D3CE-20CE-47B4-9B21-153FE97D519D}" destId="{593E8606-D2D3-4CB0-9527-CCF5AAC34F95}" srcOrd="1" destOrd="0" parTransId="{AFFD1187-0E4F-47AD-A583-CE66D750F05F}" sibTransId="{59F76FD6-EC9E-46C6-B9FE-61FCF56A971A}"/>
    <dgm:cxn modelId="{AA4DD348-FF20-4DC5-A8AD-B6B5034DEC52}" type="presOf" srcId="{0AA60E96-6B77-420A-A931-5BF448F92BB4}" destId="{30990F93-F185-4E12-BF1E-8ACFBBA50C9F}" srcOrd="0" destOrd="0" presId="urn:microsoft.com/office/officeart/2018/2/layout/IconLabelList"/>
    <dgm:cxn modelId="{65399A8D-6A37-4292-A1C0-969B18F02920}" type="presOf" srcId="{5E910907-4756-4163-96D4-D724ED6A190E}" destId="{25F437E7-C6AA-4251-8AE8-B0D6F3850739}" srcOrd="0" destOrd="0" presId="urn:microsoft.com/office/officeart/2018/2/layout/IconLabelList"/>
    <dgm:cxn modelId="{F843A1B3-9DD1-4189-B47E-DE8C969D345C}" type="presOf" srcId="{593E8606-D2D3-4CB0-9527-CCF5AAC34F95}" destId="{57B8CF2A-50E2-4C42-83E3-80BD8D55B207}" srcOrd="0" destOrd="0" presId="urn:microsoft.com/office/officeart/2018/2/layout/IconLabelList"/>
    <dgm:cxn modelId="{5DD51FBE-DA50-4438-AD47-AD601E7F2D7C}" type="presOf" srcId="{ACA0D3CE-20CE-47B4-9B21-153FE97D519D}" destId="{CC92A619-4339-4CA7-B409-D23C8E17AA74}" srcOrd="0" destOrd="0" presId="urn:microsoft.com/office/officeart/2018/2/layout/IconLabelList"/>
    <dgm:cxn modelId="{2BA987E2-3CDC-4F7E-B16A-15590E0E8F1A}" type="presOf" srcId="{083061B5-4CDE-4ABB-A085-A02A1ED9C89E}" destId="{58565D80-ED22-4728-AFE3-9EE58241CAB3}" srcOrd="0" destOrd="0" presId="urn:microsoft.com/office/officeart/2018/2/layout/IconLabelList"/>
    <dgm:cxn modelId="{C744D0E8-68F3-4A8A-BAC6-3EFCBCF2BBDC}" srcId="{ACA0D3CE-20CE-47B4-9B21-153FE97D519D}" destId="{5E910907-4756-4163-96D4-D724ED6A190E}" srcOrd="0" destOrd="0" parTransId="{C655EE92-6F85-474C-8AE3-1F81FDA0B021}" sibTransId="{8651D27C-DC5E-4C80-8D80-F5FD2E3FFCA8}"/>
    <dgm:cxn modelId="{224C24F3-34C7-4DF6-86C4-357B52BECB4D}" srcId="{ACA0D3CE-20CE-47B4-9B21-153FE97D519D}" destId="{083061B5-4CDE-4ABB-A085-A02A1ED9C89E}" srcOrd="3" destOrd="0" parTransId="{E44DA562-5FDE-47F9-9EC1-A9B63774B503}" sibTransId="{92DC908B-9730-49F0-AFE0-A75F8F2047EC}"/>
    <dgm:cxn modelId="{F55F8A72-5378-4361-B2B8-81E7EBA71EC0}" type="presParOf" srcId="{CC92A619-4339-4CA7-B409-D23C8E17AA74}" destId="{63915FB4-07BC-47AC-A01B-A4AD6C86AB2F}" srcOrd="0" destOrd="0" presId="urn:microsoft.com/office/officeart/2018/2/layout/IconLabelList"/>
    <dgm:cxn modelId="{F1C3D32C-10BA-4A60-B9FA-1B24BCB75FA4}" type="presParOf" srcId="{63915FB4-07BC-47AC-A01B-A4AD6C86AB2F}" destId="{4561C3D9-700C-4C18-BFCC-6232EA5AC17A}" srcOrd="0" destOrd="0" presId="urn:microsoft.com/office/officeart/2018/2/layout/IconLabelList"/>
    <dgm:cxn modelId="{BF5297C2-B49F-4D90-B480-8E2094580348}" type="presParOf" srcId="{63915FB4-07BC-47AC-A01B-A4AD6C86AB2F}" destId="{6E322350-3624-4E57-BD89-D5F5B7783E31}" srcOrd="1" destOrd="0" presId="urn:microsoft.com/office/officeart/2018/2/layout/IconLabelList"/>
    <dgm:cxn modelId="{0BFBC404-96CF-468A-A04A-13833EA5D9D5}" type="presParOf" srcId="{63915FB4-07BC-47AC-A01B-A4AD6C86AB2F}" destId="{25F437E7-C6AA-4251-8AE8-B0D6F3850739}" srcOrd="2" destOrd="0" presId="urn:microsoft.com/office/officeart/2018/2/layout/IconLabelList"/>
    <dgm:cxn modelId="{1035E955-162B-4F56-A3B4-0E3E77A81955}" type="presParOf" srcId="{CC92A619-4339-4CA7-B409-D23C8E17AA74}" destId="{71C10E31-61C5-4485-AA1B-739FCADCFE57}" srcOrd="1" destOrd="0" presId="urn:microsoft.com/office/officeart/2018/2/layout/IconLabelList"/>
    <dgm:cxn modelId="{01CD4C5F-6ADA-43B6-B9A5-DD363C0F0721}" type="presParOf" srcId="{CC92A619-4339-4CA7-B409-D23C8E17AA74}" destId="{8CA85473-6352-4413-9CB4-9255B5366B67}" srcOrd="2" destOrd="0" presId="urn:microsoft.com/office/officeart/2018/2/layout/IconLabelList"/>
    <dgm:cxn modelId="{7BF03AD1-1DF3-471B-A0A2-9B6A226C554E}" type="presParOf" srcId="{8CA85473-6352-4413-9CB4-9255B5366B67}" destId="{6D6C33AB-7FED-4854-92FF-9283CEA9FF93}" srcOrd="0" destOrd="0" presId="urn:microsoft.com/office/officeart/2018/2/layout/IconLabelList"/>
    <dgm:cxn modelId="{965A8182-E8E9-4E6B-BA2A-D23B2C346EFE}" type="presParOf" srcId="{8CA85473-6352-4413-9CB4-9255B5366B67}" destId="{0A1749A8-83D3-4A44-9A6D-96FF9BDD9DF4}" srcOrd="1" destOrd="0" presId="urn:microsoft.com/office/officeart/2018/2/layout/IconLabelList"/>
    <dgm:cxn modelId="{4A410EE3-6844-4B4D-9E44-767F506A2F3E}" type="presParOf" srcId="{8CA85473-6352-4413-9CB4-9255B5366B67}" destId="{57B8CF2A-50E2-4C42-83E3-80BD8D55B207}" srcOrd="2" destOrd="0" presId="urn:microsoft.com/office/officeart/2018/2/layout/IconLabelList"/>
    <dgm:cxn modelId="{EA0C1268-DF94-4E4A-940F-D503A02B029F}" type="presParOf" srcId="{CC92A619-4339-4CA7-B409-D23C8E17AA74}" destId="{D3E1E391-AFCF-4F35-BF56-FA8DD6945BCF}" srcOrd="3" destOrd="0" presId="urn:microsoft.com/office/officeart/2018/2/layout/IconLabelList"/>
    <dgm:cxn modelId="{FD6041C6-B129-417C-B761-4859FBD046B6}" type="presParOf" srcId="{CC92A619-4339-4CA7-B409-D23C8E17AA74}" destId="{157B2AE5-B28E-4075-8B32-CA96087E460D}" srcOrd="4" destOrd="0" presId="urn:microsoft.com/office/officeart/2018/2/layout/IconLabelList"/>
    <dgm:cxn modelId="{2EA141CE-6490-43E3-809A-21F233C3C68C}" type="presParOf" srcId="{157B2AE5-B28E-4075-8B32-CA96087E460D}" destId="{C8E878E2-283E-4583-B75F-0A12A2A6CB6E}" srcOrd="0" destOrd="0" presId="urn:microsoft.com/office/officeart/2018/2/layout/IconLabelList"/>
    <dgm:cxn modelId="{B7DFB955-FB8C-4D18-B388-A338A22958E4}" type="presParOf" srcId="{157B2AE5-B28E-4075-8B32-CA96087E460D}" destId="{A9BAF932-EE75-4656-8F2A-2AE292BB83CD}" srcOrd="1" destOrd="0" presId="urn:microsoft.com/office/officeart/2018/2/layout/IconLabelList"/>
    <dgm:cxn modelId="{0DFE3125-77FE-4EB4-B03D-4716E0C82B4C}" type="presParOf" srcId="{157B2AE5-B28E-4075-8B32-CA96087E460D}" destId="{30990F93-F185-4E12-BF1E-8ACFBBA50C9F}" srcOrd="2" destOrd="0" presId="urn:microsoft.com/office/officeart/2018/2/layout/IconLabelList"/>
    <dgm:cxn modelId="{94027FC3-266E-4022-9872-2AEDEDEB349C}" type="presParOf" srcId="{CC92A619-4339-4CA7-B409-D23C8E17AA74}" destId="{B3FB49A1-9427-4E5D-9501-93348BBC28CC}" srcOrd="5" destOrd="0" presId="urn:microsoft.com/office/officeart/2018/2/layout/IconLabelList"/>
    <dgm:cxn modelId="{A0B6B8A5-B02F-4DF5-9026-5C1AA4F61D7D}" type="presParOf" srcId="{CC92A619-4339-4CA7-B409-D23C8E17AA74}" destId="{CD9F0703-DE80-4F36-888B-85F5C8A75DD4}" srcOrd="6" destOrd="0" presId="urn:microsoft.com/office/officeart/2018/2/layout/IconLabelList"/>
    <dgm:cxn modelId="{11D862F6-64E3-459F-9571-6C43711EE4D9}" type="presParOf" srcId="{CD9F0703-DE80-4F36-888B-85F5C8A75DD4}" destId="{73882269-15A8-494C-9A33-A15B37A6C321}" srcOrd="0" destOrd="0" presId="urn:microsoft.com/office/officeart/2018/2/layout/IconLabelList"/>
    <dgm:cxn modelId="{8EC32299-CEFC-4A81-A07B-6A88EB336679}" type="presParOf" srcId="{CD9F0703-DE80-4F36-888B-85F5C8A75DD4}" destId="{DFC12D89-95D6-4D3C-8505-E8BEB9DBC8CC}" srcOrd="1" destOrd="0" presId="urn:microsoft.com/office/officeart/2018/2/layout/IconLabelList"/>
    <dgm:cxn modelId="{65EB7909-91B1-4FEC-A8E5-6EA6FCB742F8}" type="presParOf" srcId="{CD9F0703-DE80-4F36-888B-85F5C8A75DD4}" destId="{58565D80-ED22-4728-AFE3-9EE58241CA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2E063C-2CE5-4FC6-8455-54809576051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9489CE-A068-4B5C-816A-013307A86B15}">
      <dgm:prSet/>
      <dgm:spPr/>
      <dgm:t>
        <a:bodyPr/>
        <a:lstStyle/>
        <a:p>
          <a:pPr>
            <a:defRPr cap="all"/>
          </a:pPr>
          <a:r>
            <a:rPr lang="en-US" b="0" i="0"/>
            <a:t>• Automatic speech recognition (ASR)</a:t>
          </a:r>
          <a:endParaRPr lang="en-US"/>
        </a:p>
      </dgm:t>
    </dgm:pt>
    <dgm:pt modelId="{15BB16B7-4D98-4AE0-A5C7-2DA691B373E4}" type="parTrans" cxnId="{E57745EF-3A41-455C-8A37-EE85E7C39AC7}">
      <dgm:prSet/>
      <dgm:spPr/>
      <dgm:t>
        <a:bodyPr/>
        <a:lstStyle/>
        <a:p>
          <a:endParaRPr lang="en-US"/>
        </a:p>
      </dgm:t>
    </dgm:pt>
    <dgm:pt modelId="{10312012-2010-433B-AB25-5CC47E21DEE3}" type="sibTrans" cxnId="{E57745EF-3A41-455C-8A37-EE85E7C39AC7}">
      <dgm:prSet/>
      <dgm:spPr/>
      <dgm:t>
        <a:bodyPr/>
        <a:lstStyle/>
        <a:p>
          <a:endParaRPr lang="en-US"/>
        </a:p>
      </dgm:t>
    </dgm:pt>
    <dgm:pt modelId="{252E2066-2F65-4566-A9BA-9B122236E9AE}">
      <dgm:prSet/>
      <dgm:spPr/>
      <dgm:t>
        <a:bodyPr/>
        <a:lstStyle/>
        <a:p>
          <a:pPr>
            <a:defRPr cap="all"/>
          </a:pPr>
          <a:r>
            <a:rPr lang="en-US" b="0" i="0"/>
            <a:t>• Natural language understanding (NLU)</a:t>
          </a:r>
          <a:endParaRPr lang="en-US"/>
        </a:p>
      </dgm:t>
    </dgm:pt>
    <dgm:pt modelId="{B36F0707-E4AE-47DE-910E-2C237142C658}" type="parTrans" cxnId="{E599915E-EA5A-4458-8793-4BC0CD0CC814}">
      <dgm:prSet/>
      <dgm:spPr/>
      <dgm:t>
        <a:bodyPr/>
        <a:lstStyle/>
        <a:p>
          <a:endParaRPr lang="en-US"/>
        </a:p>
      </dgm:t>
    </dgm:pt>
    <dgm:pt modelId="{C45AF4FC-404B-426D-B979-2061B1F4AE9E}" type="sibTrans" cxnId="{E599915E-EA5A-4458-8793-4BC0CD0CC814}">
      <dgm:prSet/>
      <dgm:spPr/>
      <dgm:t>
        <a:bodyPr/>
        <a:lstStyle/>
        <a:p>
          <a:endParaRPr lang="en-US"/>
        </a:p>
      </dgm:t>
    </dgm:pt>
    <dgm:pt modelId="{06CF0BD8-D6E3-4B86-B4EC-3D66CFEA500B}">
      <dgm:prSet/>
      <dgm:spPr/>
      <dgm:t>
        <a:bodyPr/>
        <a:lstStyle/>
        <a:p>
          <a:pPr>
            <a:defRPr cap="all"/>
          </a:pPr>
          <a:r>
            <a:rPr lang="en-US" b="0" i="0"/>
            <a:t>• Intent recognition</a:t>
          </a:r>
          <a:endParaRPr lang="en-US"/>
        </a:p>
      </dgm:t>
    </dgm:pt>
    <dgm:pt modelId="{1993D25C-E19F-4866-9A6D-67A54CC4F3BC}" type="parTrans" cxnId="{BD04E464-F6C5-4A07-944A-3CDB4B739026}">
      <dgm:prSet/>
      <dgm:spPr/>
      <dgm:t>
        <a:bodyPr/>
        <a:lstStyle/>
        <a:p>
          <a:endParaRPr lang="en-US"/>
        </a:p>
      </dgm:t>
    </dgm:pt>
    <dgm:pt modelId="{1CFAD51E-5FD4-4B50-B64E-3DA0789C49D4}" type="sibTrans" cxnId="{BD04E464-F6C5-4A07-944A-3CDB4B739026}">
      <dgm:prSet/>
      <dgm:spPr/>
      <dgm:t>
        <a:bodyPr/>
        <a:lstStyle/>
        <a:p>
          <a:endParaRPr lang="en-US"/>
        </a:p>
      </dgm:t>
    </dgm:pt>
    <dgm:pt modelId="{6374A3B5-17F1-43D9-9CBD-CD659882F28E}">
      <dgm:prSet/>
      <dgm:spPr/>
      <dgm:t>
        <a:bodyPr/>
        <a:lstStyle/>
        <a:p>
          <a:pPr>
            <a:defRPr cap="all"/>
          </a:pPr>
          <a:r>
            <a:rPr lang="en-US" b="0" i="0"/>
            <a:t>• Integration with AWS services</a:t>
          </a:r>
          <a:endParaRPr lang="en-US"/>
        </a:p>
      </dgm:t>
    </dgm:pt>
    <dgm:pt modelId="{983D48D1-DE6C-400C-AC95-1580682A0D45}" type="parTrans" cxnId="{7F2E3FE1-ACE0-4B4D-9AFB-252F15C7C9B0}">
      <dgm:prSet/>
      <dgm:spPr/>
      <dgm:t>
        <a:bodyPr/>
        <a:lstStyle/>
        <a:p>
          <a:endParaRPr lang="en-US"/>
        </a:p>
      </dgm:t>
    </dgm:pt>
    <dgm:pt modelId="{55B89358-26F7-4E40-9D6C-5ADF065F56D7}" type="sibTrans" cxnId="{7F2E3FE1-ACE0-4B4D-9AFB-252F15C7C9B0}">
      <dgm:prSet/>
      <dgm:spPr/>
      <dgm:t>
        <a:bodyPr/>
        <a:lstStyle/>
        <a:p>
          <a:endParaRPr lang="en-US"/>
        </a:p>
      </dgm:t>
    </dgm:pt>
    <dgm:pt modelId="{25F982BA-89AD-4066-9A40-F7D95F1BB909}">
      <dgm:prSet/>
      <dgm:spPr/>
      <dgm:t>
        <a:bodyPr/>
        <a:lstStyle/>
        <a:p>
          <a:pPr>
            <a:defRPr cap="all"/>
          </a:pPr>
          <a:r>
            <a:rPr lang="en-US" b="0" i="0"/>
            <a:t>• Scalable and fully managed</a:t>
          </a:r>
          <a:endParaRPr lang="en-US"/>
        </a:p>
      </dgm:t>
    </dgm:pt>
    <dgm:pt modelId="{4B7E7ADD-50A5-45DE-ADFE-B420D076BA33}" type="parTrans" cxnId="{60CD6F8F-394B-4F1F-A1D7-28A79F6605B7}">
      <dgm:prSet/>
      <dgm:spPr/>
      <dgm:t>
        <a:bodyPr/>
        <a:lstStyle/>
        <a:p>
          <a:endParaRPr lang="en-US"/>
        </a:p>
      </dgm:t>
    </dgm:pt>
    <dgm:pt modelId="{A3359585-87D1-471F-ADE9-5E8D0006EEAD}" type="sibTrans" cxnId="{60CD6F8F-394B-4F1F-A1D7-28A79F6605B7}">
      <dgm:prSet/>
      <dgm:spPr/>
      <dgm:t>
        <a:bodyPr/>
        <a:lstStyle/>
        <a:p>
          <a:endParaRPr lang="en-US"/>
        </a:p>
      </dgm:t>
    </dgm:pt>
    <dgm:pt modelId="{282BCCA8-6912-4728-A196-FBFEF87C473C}" type="pres">
      <dgm:prSet presAssocID="{6E2E063C-2CE5-4FC6-8455-54809576051E}" presName="root" presStyleCnt="0">
        <dgm:presLayoutVars>
          <dgm:dir/>
          <dgm:resizeHandles val="exact"/>
        </dgm:presLayoutVars>
      </dgm:prSet>
      <dgm:spPr/>
    </dgm:pt>
    <dgm:pt modelId="{D088A96C-6D58-460F-ADD7-7B3BD0027CFD}" type="pres">
      <dgm:prSet presAssocID="{A99489CE-A068-4B5C-816A-013307A86B15}" presName="compNode" presStyleCnt="0"/>
      <dgm:spPr/>
    </dgm:pt>
    <dgm:pt modelId="{3248B637-812A-44EC-B487-2B6E0D4B7F8B}" type="pres">
      <dgm:prSet presAssocID="{A99489CE-A068-4B5C-816A-013307A86B15}" presName="iconBgRect" presStyleLbl="bgShp" presStyleIdx="0" presStyleCnt="5"/>
      <dgm:spPr/>
    </dgm:pt>
    <dgm:pt modelId="{129BB07C-9B37-448C-B94C-BBCFE22A2A16}" type="pres">
      <dgm:prSet presAssocID="{A99489CE-A068-4B5C-816A-013307A86B1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8872263-8049-4B56-9E20-91E490AA77D6}" type="pres">
      <dgm:prSet presAssocID="{A99489CE-A068-4B5C-816A-013307A86B15}" presName="spaceRect" presStyleCnt="0"/>
      <dgm:spPr/>
    </dgm:pt>
    <dgm:pt modelId="{56E12532-E1D2-4250-BC96-C90232874F54}" type="pres">
      <dgm:prSet presAssocID="{A99489CE-A068-4B5C-816A-013307A86B15}" presName="textRect" presStyleLbl="revTx" presStyleIdx="0" presStyleCnt="5">
        <dgm:presLayoutVars>
          <dgm:chMax val="1"/>
          <dgm:chPref val="1"/>
        </dgm:presLayoutVars>
      </dgm:prSet>
      <dgm:spPr/>
    </dgm:pt>
    <dgm:pt modelId="{55F85B8F-C699-4E51-8122-1D2E965E639B}" type="pres">
      <dgm:prSet presAssocID="{10312012-2010-433B-AB25-5CC47E21DEE3}" presName="sibTrans" presStyleCnt="0"/>
      <dgm:spPr/>
    </dgm:pt>
    <dgm:pt modelId="{6B367152-F5D6-4550-9ADC-196D1E11FAD3}" type="pres">
      <dgm:prSet presAssocID="{252E2066-2F65-4566-A9BA-9B122236E9AE}" presName="compNode" presStyleCnt="0"/>
      <dgm:spPr/>
    </dgm:pt>
    <dgm:pt modelId="{A71A32FE-8777-40BA-A3D8-03589F1B60AB}" type="pres">
      <dgm:prSet presAssocID="{252E2066-2F65-4566-A9BA-9B122236E9AE}" presName="iconBgRect" presStyleLbl="bgShp" presStyleIdx="1" presStyleCnt="5"/>
      <dgm:spPr/>
    </dgm:pt>
    <dgm:pt modelId="{81A66E4B-B126-4F51-BCC2-777A48FF576D}" type="pres">
      <dgm:prSet presAssocID="{252E2066-2F65-4566-A9BA-9B122236E9A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34C392C-79BC-4DC3-B2E8-A8C070B3404A}" type="pres">
      <dgm:prSet presAssocID="{252E2066-2F65-4566-A9BA-9B122236E9AE}" presName="spaceRect" presStyleCnt="0"/>
      <dgm:spPr/>
    </dgm:pt>
    <dgm:pt modelId="{E595A20C-96D6-4485-8A8A-5DDB0B4D20B1}" type="pres">
      <dgm:prSet presAssocID="{252E2066-2F65-4566-A9BA-9B122236E9AE}" presName="textRect" presStyleLbl="revTx" presStyleIdx="1" presStyleCnt="5">
        <dgm:presLayoutVars>
          <dgm:chMax val="1"/>
          <dgm:chPref val="1"/>
        </dgm:presLayoutVars>
      </dgm:prSet>
      <dgm:spPr/>
    </dgm:pt>
    <dgm:pt modelId="{545238F8-A8ED-495F-B987-F7E58B3F7E82}" type="pres">
      <dgm:prSet presAssocID="{C45AF4FC-404B-426D-B979-2061B1F4AE9E}" presName="sibTrans" presStyleCnt="0"/>
      <dgm:spPr/>
    </dgm:pt>
    <dgm:pt modelId="{96236629-981D-497A-A5EF-7D828FBB68D4}" type="pres">
      <dgm:prSet presAssocID="{06CF0BD8-D6E3-4B86-B4EC-3D66CFEA500B}" presName="compNode" presStyleCnt="0"/>
      <dgm:spPr/>
    </dgm:pt>
    <dgm:pt modelId="{2B99833C-EBA2-48A6-8BAD-A0B83701E97D}" type="pres">
      <dgm:prSet presAssocID="{06CF0BD8-D6E3-4B86-B4EC-3D66CFEA500B}" presName="iconBgRect" presStyleLbl="bgShp" presStyleIdx="2" presStyleCnt="5"/>
      <dgm:spPr/>
    </dgm:pt>
    <dgm:pt modelId="{28D1815B-504B-4A79-9240-3D76BC4AF93E}" type="pres">
      <dgm:prSet presAssocID="{06CF0BD8-D6E3-4B86-B4EC-3D66CFEA500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3DE4135B-2144-407A-8984-397526A11D05}" type="pres">
      <dgm:prSet presAssocID="{06CF0BD8-D6E3-4B86-B4EC-3D66CFEA500B}" presName="spaceRect" presStyleCnt="0"/>
      <dgm:spPr/>
    </dgm:pt>
    <dgm:pt modelId="{828C344F-04F5-43CE-A388-88DFFA238447}" type="pres">
      <dgm:prSet presAssocID="{06CF0BD8-D6E3-4B86-B4EC-3D66CFEA500B}" presName="textRect" presStyleLbl="revTx" presStyleIdx="2" presStyleCnt="5">
        <dgm:presLayoutVars>
          <dgm:chMax val="1"/>
          <dgm:chPref val="1"/>
        </dgm:presLayoutVars>
      </dgm:prSet>
      <dgm:spPr/>
    </dgm:pt>
    <dgm:pt modelId="{2BC12B08-BB48-484F-A31E-9FB7315D1DD6}" type="pres">
      <dgm:prSet presAssocID="{1CFAD51E-5FD4-4B50-B64E-3DA0789C49D4}" presName="sibTrans" presStyleCnt="0"/>
      <dgm:spPr/>
    </dgm:pt>
    <dgm:pt modelId="{782E9CF4-720F-4E34-A460-72E9F8FAD7A5}" type="pres">
      <dgm:prSet presAssocID="{6374A3B5-17F1-43D9-9CBD-CD659882F28E}" presName="compNode" presStyleCnt="0"/>
      <dgm:spPr/>
    </dgm:pt>
    <dgm:pt modelId="{55668E6D-C506-4D64-A6FE-77BE2855506C}" type="pres">
      <dgm:prSet presAssocID="{6374A3B5-17F1-43D9-9CBD-CD659882F28E}" presName="iconBgRect" presStyleLbl="bgShp" presStyleIdx="3" presStyleCnt="5"/>
      <dgm:spPr/>
    </dgm:pt>
    <dgm:pt modelId="{EF6C60C7-8159-4E52-9C9C-AB8D8E446516}" type="pres">
      <dgm:prSet presAssocID="{6374A3B5-17F1-43D9-9CBD-CD659882F28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1281805-B688-4449-976A-CC6CEBE21AEE}" type="pres">
      <dgm:prSet presAssocID="{6374A3B5-17F1-43D9-9CBD-CD659882F28E}" presName="spaceRect" presStyleCnt="0"/>
      <dgm:spPr/>
    </dgm:pt>
    <dgm:pt modelId="{E7E344D1-9BC8-4330-B911-9910AD417C5A}" type="pres">
      <dgm:prSet presAssocID="{6374A3B5-17F1-43D9-9CBD-CD659882F28E}" presName="textRect" presStyleLbl="revTx" presStyleIdx="3" presStyleCnt="5">
        <dgm:presLayoutVars>
          <dgm:chMax val="1"/>
          <dgm:chPref val="1"/>
        </dgm:presLayoutVars>
      </dgm:prSet>
      <dgm:spPr/>
    </dgm:pt>
    <dgm:pt modelId="{EA2772D4-3D41-4C17-A358-58EEAE3ECB50}" type="pres">
      <dgm:prSet presAssocID="{55B89358-26F7-4E40-9D6C-5ADF065F56D7}" presName="sibTrans" presStyleCnt="0"/>
      <dgm:spPr/>
    </dgm:pt>
    <dgm:pt modelId="{638A400B-B969-4513-9358-7B949B089F2A}" type="pres">
      <dgm:prSet presAssocID="{25F982BA-89AD-4066-9A40-F7D95F1BB909}" presName="compNode" presStyleCnt="0"/>
      <dgm:spPr/>
    </dgm:pt>
    <dgm:pt modelId="{C7A8059C-919A-40FF-B4C3-99B281656BF7}" type="pres">
      <dgm:prSet presAssocID="{25F982BA-89AD-4066-9A40-F7D95F1BB909}" presName="iconBgRect" presStyleLbl="bgShp" presStyleIdx="4" presStyleCnt="5"/>
      <dgm:spPr/>
    </dgm:pt>
    <dgm:pt modelId="{B4CC2F9E-9510-423A-A10E-920A905F23AD}" type="pres">
      <dgm:prSet presAssocID="{25F982BA-89AD-4066-9A40-F7D95F1BB90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32BCDC8-C1A0-4A1C-827C-DBA86727F059}" type="pres">
      <dgm:prSet presAssocID="{25F982BA-89AD-4066-9A40-F7D95F1BB909}" presName="spaceRect" presStyleCnt="0"/>
      <dgm:spPr/>
    </dgm:pt>
    <dgm:pt modelId="{2F93A3DF-A521-4247-9C46-0038ACB28124}" type="pres">
      <dgm:prSet presAssocID="{25F982BA-89AD-4066-9A40-F7D95F1BB90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0736608-6592-4589-B7EE-5A6DD1B47968}" type="presOf" srcId="{06CF0BD8-D6E3-4B86-B4EC-3D66CFEA500B}" destId="{828C344F-04F5-43CE-A388-88DFFA238447}" srcOrd="0" destOrd="0" presId="urn:microsoft.com/office/officeart/2018/5/layout/IconCircleLabelList"/>
    <dgm:cxn modelId="{A8D9FF1B-77F2-4215-B637-726217507E5B}" type="presOf" srcId="{25F982BA-89AD-4066-9A40-F7D95F1BB909}" destId="{2F93A3DF-A521-4247-9C46-0038ACB28124}" srcOrd="0" destOrd="0" presId="urn:microsoft.com/office/officeart/2018/5/layout/IconCircleLabelList"/>
    <dgm:cxn modelId="{A6AEFA28-55F2-4224-B983-C05DA2846CCA}" type="presOf" srcId="{A99489CE-A068-4B5C-816A-013307A86B15}" destId="{56E12532-E1D2-4250-BC96-C90232874F54}" srcOrd="0" destOrd="0" presId="urn:microsoft.com/office/officeart/2018/5/layout/IconCircleLabelList"/>
    <dgm:cxn modelId="{E599915E-EA5A-4458-8793-4BC0CD0CC814}" srcId="{6E2E063C-2CE5-4FC6-8455-54809576051E}" destId="{252E2066-2F65-4566-A9BA-9B122236E9AE}" srcOrd="1" destOrd="0" parTransId="{B36F0707-E4AE-47DE-910E-2C237142C658}" sibTransId="{C45AF4FC-404B-426D-B979-2061B1F4AE9E}"/>
    <dgm:cxn modelId="{BD04E464-F6C5-4A07-944A-3CDB4B739026}" srcId="{6E2E063C-2CE5-4FC6-8455-54809576051E}" destId="{06CF0BD8-D6E3-4B86-B4EC-3D66CFEA500B}" srcOrd="2" destOrd="0" parTransId="{1993D25C-E19F-4866-9A6D-67A54CC4F3BC}" sibTransId="{1CFAD51E-5FD4-4B50-B64E-3DA0789C49D4}"/>
    <dgm:cxn modelId="{0276057E-D25D-4ABE-8662-4F316136454E}" type="presOf" srcId="{6E2E063C-2CE5-4FC6-8455-54809576051E}" destId="{282BCCA8-6912-4728-A196-FBFEF87C473C}" srcOrd="0" destOrd="0" presId="urn:microsoft.com/office/officeart/2018/5/layout/IconCircleLabelList"/>
    <dgm:cxn modelId="{91DF4D8E-6FCA-473B-A349-A97505195D4C}" type="presOf" srcId="{6374A3B5-17F1-43D9-9CBD-CD659882F28E}" destId="{E7E344D1-9BC8-4330-B911-9910AD417C5A}" srcOrd="0" destOrd="0" presId="urn:microsoft.com/office/officeart/2018/5/layout/IconCircleLabelList"/>
    <dgm:cxn modelId="{60CD6F8F-394B-4F1F-A1D7-28A79F6605B7}" srcId="{6E2E063C-2CE5-4FC6-8455-54809576051E}" destId="{25F982BA-89AD-4066-9A40-F7D95F1BB909}" srcOrd="4" destOrd="0" parTransId="{4B7E7ADD-50A5-45DE-ADFE-B420D076BA33}" sibTransId="{A3359585-87D1-471F-ADE9-5E8D0006EEAD}"/>
    <dgm:cxn modelId="{4F8E33B3-17BE-43B7-99B5-02965F0C6580}" type="presOf" srcId="{252E2066-2F65-4566-A9BA-9B122236E9AE}" destId="{E595A20C-96D6-4485-8A8A-5DDB0B4D20B1}" srcOrd="0" destOrd="0" presId="urn:microsoft.com/office/officeart/2018/5/layout/IconCircleLabelList"/>
    <dgm:cxn modelId="{7F2E3FE1-ACE0-4B4D-9AFB-252F15C7C9B0}" srcId="{6E2E063C-2CE5-4FC6-8455-54809576051E}" destId="{6374A3B5-17F1-43D9-9CBD-CD659882F28E}" srcOrd="3" destOrd="0" parTransId="{983D48D1-DE6C-400C-AC95-1580682A0D45}" sibTransId="{55B89358-26F7-4E40-9D6C-5ADF065F56D7}"/>
    <dgm:cxn modelId="{E57745EF-3A41-455C-8A37-EE85E7C39AC7}" srcId="{6E2E063C-2CE5-4FC6-8455-54809576051E}" destId="{A99489CE-A068-4B5C-816A-013307A86B15}" srcOrd="0" destOrd="0" parTransId="{15BB16B7-4D98-4AE0-A5C7-2DA691B373E4}" sibTransId="{10312012-2010-433B-AB25-5CC47E21DEE3}"/>
    <dgm:cxn modelId="{807CB05D-0967-47F4-917B-37C19ADD1BED}" type="presParOf" srcId="{282BCCA8-6912-4728-A196-FBFEF87C473C}" destId="{D088A96C-6D58-460F-ADD7-7B3BD0027CFD}" srcOrd="0" destOrd="0" presId="urn:microsoft.com/office/officeart/2018/5/layout/IconCircleLabelList"/>
    <dgm:cxn modelId="{DB79C989-4222-42A3-8FC8-EC5974CC8C3D}" type="presParOf" srcId="{D088A96C-6D58-460F-ADD7-7B3BD0027CFD}" destId="{3248B637-812A-44EC-B487-2B6E0D4B7F8B}" srcOrd="0" destOrd="0" presId="urn:microsoft.com/office/officeart/2018/5/layout/IconCircleLabelList"/>
    <dgm:cxn modelId="{24996334-CCBC-40F2-A1DD-B0E4297121BF}" type="presParOf" srcId="{D088A96C-6D58-460F-ADD7-7B3BD0027CFD}" destId="{129BB07C-9B37-448C-B94C-BBCFE22A2A16}" srcOrd="1" destOrd="0" presId="urn:microsoft.com/office/officeart/2018/5/layout/IconCircleLabelList"/>
    <dgm:cxn modelId="{03F324DB-59D0-41E4-8DC5-E4538BDA1EEA}" type="presParOf" srcId="{D088A96C-6D58-460F-ADD7-7B3BD0027CFD}" destId="{28872263-8049-4B56-9E20-91E490AA77D6}" srcOrd="2" destOrd="0" presId="urn:microsoft.com/office/officeart/2018/5/layout/IconCircleLabelList"/>
    <dgm:cxn modelId="{8E8FD432-42A7-47AE-9A53-BA1D2F19FBD7}" type="presParOf" srcId="{D088A96C-6D58-460F-ADD7-7B3BD0027CFD}" destId="{56E12532-E1D2-4250-BC96-C90232874F54}" srcOrd="3" destOrd="0" presId="urn:microsoft.com/office/officeart/2018/5/layout/IconCircleLabelList"/>
    <dgm:cxn modelId="{31EE5B27-2728-41D1-9A80-C91D83294FA8}" type="presParOf" srcId="{282BCCA8-6912-4728-A196-FBFEF87C473C}" destId="{55F85B8F-C699-4E51-8122-1D2E965E639B}" srcOrd="1" destOrd="0" presId="urn:microsoft.com/office/officeart/2018/5/layout/IconCircleLabelList"/>
    <dgm:cxn modelId="{DC443B98-98F1-42FA-A8CE-0D5B124F13F6}" type="presParOf" srcId="{282BCCA8-6912-4728-A196-FBFEF87C473C}" destId="{6B367152-F5D6-4550-9ADC-196D1E11FAD3}" srcOrd="2" destOrd="0" presId="urn:microsoft.com/office/officeart/2018/5/layout/IconCircleLabelList"/>
    <dgm:cxn modelId="{E558B7C5-08B6-4B93-B406-3A6D7460948C}" type="presParOf" srcId="{6B367152-F5D6-4550-9ADC-196D1E11FAD3}" destId="{A71A32FE-8777-40BA-A3D8-03589F1B60AB}" srcOrd="0" destOrd="0" presId="urn:microsoft.com/office/officeart/2018/5/layout/IconCircleLabelList"/>
    <dgm:cxn modelId="{BADB3726-D3D2-4991-9939-04725A462ECC}" type="presParOf" srcId="{6B367152-F5D6-4550-9ADC-196D1E11FAD3}" destId="{81A66E4B-B126-4F51-BCC2-777A48FF576D}" srcOrd="1" destOrd="0" presId="urn:microsoft.com/office/officeart/2018/5/layout/IconCircleLabelList"/>
    <dgm:cxn modelId="{E597F525-F918-4287-8FC6-4CC75FCF249C}" type="presParOf" srcId="{6B367152-F5D6-4550-9ADC-196D1E11FAD3}" destId="{B34C392C-79BC-4DC3-B2E8-A8C070B3404A}" srcOrd="2" destOrd="0" presId="urn:microsoft.com/office/officeart/2018/5/layout/IconCircleLabelList"/>
    <dgm:cxn modelId="{2BC7189A-C3FB-490B-BCFF-1B2E2BB6AE8E}" type="presParOf" srcId="{6B367152-F5D6-4550-9ADC-196D1E11FAD3}" destId="{E595A20C-96D6-4485-8A8A-5DDB0B4D20B1}" srcOrd="3" destOrd="0" presId="urn:microsoft.com/office/officeart/2018/5/layout/IconCircleLabelList"/>
    <dgm:cxn modelId="{E9DE5BDD-082E-4535-82F0-2B53DDCC06F3}" type="presParOf" srcId="{282BCCA8-6912-4728-A196-FBFEF87C473C}" destId="{545238F8-A8ED-495F-B987-F7E58B3F7E82}" srcOrd="3" destOrd="0" presId="urn:microsoft.com/office/officeart/2018/5/layout/IconCircleLabelList"/>
    <dgm:cxn modelId="{C887944B-088E-4EC1-AE3C-152A08F1B984}" type="presParOf" srcId="{282BCCA8-6912-4728-A196-FBFEF87C473C}" destId="{96236629-981D-497A-A5EF-7D828FBB68D4}" srcOrd="4" destOrd="0" presId="urn:microsoft.com/office/officeart/2018/5/layout/IconCircleLabelList"/>
    <dgm:cxn modelId="{15A936F1-A22B-482B-878E-6C7F650A861C}" type="presParOf" srcId="{96236629-981D-497A-A5EF-7D828FBB68D4}" destId="{2B99833C-EBA2-48A6-8BAD-A0B83701E97D}" srcOrd="0" destOrd="0" presId="urn:microsoft.com/office/officeart/2018/5/layout/IconCircleLabelList"/>
    <dgm:cxn modelId="{07F5E1F2-4D7C-4C7B-9567-A4ADF933DDC3}" type="presParOf" srcId="{96236629-981D-497A-A5EF-7D828FBB68D4}" destId="{28D1815B-504B-4A79-9240-3D76BC4AF93E}" srcOrd="1" destOrd="0" presId="urn:microsoft.com/office/officeart/2018/5/layout/IconCircleLabelList"/>
    <dgm:cxn modelId="{6AD5058A-8B8D-43E6-91F0-37BEDC904F04}" type="presParOf" srcId="{96236629-981D-497A-A5EF-7D828FBB68D4}" destId="{3DE4135B-2144-407A-8984-397526A11D05}" srcOrd="2" destOrd="0" presId="urn:microsoft.com/office/officeart/2018/5/layout/IconCircleLabelList"/>
    <dgm:cxn modelId="{6E3C5BEA-6DD7-41F9-AB29-A4134EDB6825}" type="presParOf" srcId="{96236629-981D-497A-A5EF-7D828FBB68D4}" destId="{828C344F-04F5-43CE-A388-88DFFA238447}" srcOrd="3" destOrd="0" presId="urn:microsoft.com/office/officeart/2018/5/layout/IconCircleLabelList"/>
    <dgm:cxn modelId="{CDFF7E27-97C2-447B-9ED1-9D88FD151C58}" type="presParOf" srcId="{282BCCA8-6912-4728-A196-FBFEF87C473C}" destId="{2BC12B08-BB48-484F-A31E-9FB7315D1DD6}" srcOrd="5" destOrd="0" presId="urn:microsoft.com/office/officeart/2018/5/layout/IconCircleLabelList"/>
    <dgm:cxn modelId="{B9030BC0-6D02-4217-A2F2-6508233BB5AF}" type="presParOf" srcId="{282BCCA8-6912-4728-A196-FBFEF87C473C}" destId="{782E9CF4-720F-4E34-A460-72E9F8FAD7A5}" srcOrd="6" destOrd="0" presId="urn:microsoft.com/office/officeart/2018/5/layout/IconCircleLabelList"/>
    <dgm:cxn modelId="{7EDF3476-0070-4EB7-8E3D-CAEE47CF433D}" type="presParOf" srcId="{782E9CF4-720F-4E34-A460-72E9F8FAD7A5}" destId="{55668E6D-C506-4D64-A6FE-77BE2855506C}" srcOrd="0" destOrd="0" presId="urn:microsoft.com/office/officeart/2018/5/layout/IconCircleLabelList"/>
    <dgm:cxn modelId="{CDCE6BD2-78F2-4909-9B2C-B6EDB1E05299}" type="presParOf" srcId="{782E9CF4-720F-4E34-A460-72E9F8FAD7A5}" destId="{EF6C60C7-8159-4E52-9C9C-AB8D8E446516}" srcOrd="1" destOrd="0" presId="urn:microsoft.com/office/officeart/2018/5/layout/IconCircleLabelList"/>
    <dgm:cxn modelId="{3C88EC5F-12D9-4E35-8575-3A32946CA957}" type="presParOf" srcId="{782E9CF4-720F-4E34-A460-72E9F8FAD7A5}" destId="{B1281805-B688-4449-976A-CC6CEBE21AEE}" srcOrd="2" destOrd="0" presId="urn:microsoft.com/office/officeart/2018/5/layout/IconCircleLabelList"/>
    <dgm:cxn modelId="{473C7C7A-8489-4ED6-9C46-FDF63DD7DAD5}" type="presParOf" srcId="{782E9CF4-720F-4E34-A460-72E9F8FAD7A5}" destId="{E7E344D1-9BC8-4330-B911-9910AD417C5A}" srcOrd="3" destOrd="0" presId="urn:microsoft.com/office/officeart/2018/5/layout/IconCircleLabelList"/>
    <dgm:cxn modelId="{5525EDF8-3FCA-419F-9439-36584E293942}" type="presParOf" srcId="{282BCCA8-6912-4728-A196-FBFEF87C473C}" destId="{EA2772D4-3D41-4C17-A358-58EEAE3ECB50}" srcOrd="7" destOrd="0" presId="urn:microsoft.com/office/officeart/2018/5/layout/IconCircleLabelList"/>
    <dgm:cxn modelId="{8B25F316-E061-4982-A9C7-9F48BBF5B417}" type="presParOf" srcId="{282BCCA8-6912-4728-A196-FBFEF87C473C}" destId="{638A400B-B969-4513-9358-7B949B089F2A}" srcOrd="8" destOrd="0" presId="urn:microsoft.com/office/officeart/2018/5/layout/IconCircleLabelList"/>
    <dgm:cxn modelId="{56905EFD-AC51-4B84-9E37-EB11D2BB5BD8}" type="presParOf" srcId="{638A400B-B969-4513-9358-7B949B089F2A}" destId="{C7A8059C-919A-40FF-B4C3-99B281656BF7}" srcOrd="0" destOrd="0" presId="urn:microsoft.com/office/officeart/2018/5/layout/IconCircleLabelList"/>
    <dgm:cxn modelId="{CECE7499-D18B-493B-B55D-460C2C020CE4}" type="presParOf" srcId="{638A400B-B969-4513-9358-7B949B089F2A}" destId="{B4CC2F9E-9510-423A-A10E-920A905F23AD}" srcOrd="1" destOrd="0" presId="urn:microsoft.com/office/officeart/2018/5/layout/IconCircleLabelList"/>
    <dgm:cxn modelId="{A7BD1EB9-CB49-4D79-B17F-420D2AD4D81D}" type="presParOf" srcId="{638A400B-B969-4513-9358-7B949B089F2A}" destId="{532BCDC8-C1A0-4A1C-827C-DBA86727F059}" srcOrd="2" destOrd="0" presId="urn:microsoft.com/office/officeart/2018/5/layout/IconCircleLabelList"/>
    <dgm:cxn modelId="{006C3996-8359-4E60-B4F4-BF666A2C5810}" type="presParOf" srcId="{638A400B-B969-4513-9358-7B949B089F2A}" destId="{2F93A3DF-A521-4247-9C46-0038ACB2812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10C154-2149-4269-AE20-F30280D6B6A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6D86997-D95F-4D63-8C71-AEE7C40C49FD}">
      <dgm:prSet/>
      <dgm:spPr/>
      <dgm:t>
        <a:bodyPr/>
        <a:lstStyle/>
        <a:p>
          <a:r>
            <a:rPr lang="en-US" b="0" i="0"/>
            <a:t>• Built using Amazon Lex V2</a:t>
          </a:r>
          <a:endParaRPr lang="en-US"/>
        </a:p>
      </dgm:t>
    </dgm:pt>
    <dgm:pt modelId="{EB9ED170-4423-442F-BCA8-92E51AC6733F}" type="parTrans" cxnId="{1F468949-9CD0-406C-9DFA-02EE9E0D8EC2}">
      <dgm:prSet/>
      <dgm:spPr/>
      <dgm:t>
        <a:bodyPr/>
        <a:lstStyle/>
        <a:p>
          <a:endParaRPr lang="en-US"/>
        </a:p>
      </dgm:t>
    </dgm:pt>
    <dgm:pt modelId="{904D477E-7AFF-4C0A-B4FA-E5650ADE55F6}" type="sibTrans" cxnId="{1F468949-9CD0-406C-9DFA-02EE9E0D8EC2}">
      <dgm:prSet/>
      <dgm:spPr/>
      <dgm:t>
        <a:bodyPr/>
        <a:lstStyle/>
        <a:p>
          <a:endParaRPr lang="en-US"/>
        </a:p>
      </dgm:t>
    </dgm:pt>
    <dgm:pt modelId="{2BB3CFE9-ECB3-4C39-BE80-1E25CF80ED3D}">
      <dgm:prSet/>
      <dgm:spPr/>
      <dgm:t>
        <a:bodyPr/>
        <a:lstStyle/>
        <a:p>
          <a:r>
            <a:rPr lang="en-US" b="0" i="0"/>
            <a:t>• Topic: Amazon S3</a:t>
          </a:r>
          <a:endParaRPr lang="en-US"/>
        </a:p>
      </dgm:t>
    </dgm:pt>
    <dgm:pt modelId="{6D185081-BB97-40A1-9694-4011518FD623}" type="parTrans" cxnId="{CE87A0D4-ED74-41AB-A159-B299C4C15C12}">
      <dgm:prSet/>
      <dgm:spPr/>
      <dgm:t>
        <a:bodyPr/>
        <a:lstStyle/>
        <a:p>
          <a:endParaRPr lang="en-US"/>
        </a:p>
      </dgm:t>
    </dgm:pt>
    <dgm:pt modelId="{143FC029-37E6-43A9-A8A4-D29E055D79C2}" type="sibTrans" cxnId="{CE87A0D4-ED74-41AB-A159-B299C4C15C12}">
      <dgm:prSet/>
      <dgm:spPr/>
      <dgm:t>
        <a:bodyPr/>
        <a:lstStyle/>
        <a:p>
          <a:endParaRPr lang="en-US"/>
        </a:p>
      </dgm:t>
    </dgm:pt>
    <dgm:pt modelId="{49AEB592-C974-45F1-B817-DC3A51A12D72}">
      <dgm:prSet/>
      <dgm:spPr/>
      <dgm:t>
        <a:bodyPr/>
        <a:lstStyle/>
        <a:p>
          <a:r>
            <a:rPr lang="en-US" b="0" i="0"/>
            <a:t>• Users start quiz using simple commands</a:t>
          </a:r>
          <a:endParaRPr lang="en-US"/>
        </a:p>
      </dgm:t>
    </dgm:pt>
    <dgm:pt modelId="{A215F15F-5029-4879-A3DA-74889913A764}" type="parTrans" cxnId="{EE48CC8D-486F-48B3-9C9C-705836C46AEA}">
      <dgm:prSet/>
      <dgm:spPr/>
      <dgm:t>
        <a:bodyPr/>
        <a:lstStyle/>
        <a:p>
          <a:endParaRPr lang="en-US"/>
        </a:p>
      </dgm:t>
    </dgm:pt>
    <dgm:pt modelId="{41E35EF6-C5B6-4235-B142-818A656DF754}" type="sibTrans" cxnId="{EE48CC8D-486F-48B3-9C9C-705836C46AEA}">
      <dgm:prSet/>
      <dgm:spPr/>
      <dgm:t>
        <a:bodyPr/>
        <a:lstStyle/>
        <a:p>
          <a:endParaRPr lang="en-US"/>
        </a:p>
      </dgm:t>
    </dgm:pt>
    <dgm:pt modelId="{F0731EC1-5737-4664-A579-ADBEFA8F240B}">
      <dgm:prSet/>
      <dgm:spPr/>
      <dgm:t>
        <a:bodyPr/>
        <a:lstStyle/>
        <a:p>
          <a:r>
            <a:rPr lang="en-US" b="0" i="0"/>
            <a:t>• Bot presents questions with buttons</a:t>
          </a:r>
          <a:endParaRPr lang="en-US"/>
        </a:p>
      </dgm:t>
    </dgm:pt>
    <dgm:pt modelId="{5C0690A5-D712-4930-916B-E417059520CE}" type="parTrans" cxnId="{49077941-8B72-4AD8-8ACB-479B6D560B35}">
      <dgm:prSet/>
      <dgm:spPr/>
      <dgm:t>
        <a:bodyPr/>
        <a:lstStyle/>
        <a:p>
          <a:endParaRPr lang="en-US"/>
        </a:p>
      </dgm:t>
    </dgm:pt>
    <dgm:pt modelId="{5CAFAF9C-C53E-4907-9790-D396EFE25D15}" type="sibTrans" cxnId="{49077941-8B72-4AD8-8ACB-479B6D560B35}">
      <dgm:prSet/>
      <dgm:spPr/>
      <dgm:t>
        <a:bodyPr/>
        <a:lstStyle/>
        <a:p>
          <a:endParaRPr lang="en-US"/>
        </a:p>
      </dgm:t>
    </dgm:pt>
    <dgm:pt modelId="{CD49181F-AF66-4712-BB93-A4623A7D2475}">
      <dgm:prSet/>
      <dgm:spPr/>
      <dgm:t>
        <a:bodyPr/>
        <a:lstStyle/>
        <a:p>
          <a:r>
            <a:rPr lang="en-US" b="0" i="0"/>
            <a:t>• Provides instant feedback based on answers</a:t>
          </a:r>
          <a:endParaRPr lang="en-US"/>
        </a:p>
      </dgm:t>
    </dgm:pt>
    <dgm:pt modelId="{211C80B0-5993-4D60-BC10-B51BBFC9603A}" type="parTrans" cxnId="{3BEC2218-157C-4D93-8A09-491398E49577}">
      <dgm:prSet/>
      <dgm:spPr/>
      <dgm:t>
        <a:bodyPr/>
        <a:lstStyle/>
        <a:p>
          <a:endParaRPr lang="en-US"/>
        </a:p>
      </dgm:t>
    </dgm:pt>
    <dgm:pt modelId="{D067C085-6F43-4011-8739-AF970BE9B881}" type="sibTrans" cxnId="{3BEC2218-157C-4D93-8A09-491398E49577}">
      <dgm:prSet/>
      <dgm:spPr/>
      <dgm:t>
        <a:bodyPr/>
        <a:lstStyle/>
        <a:p>
          <a:endParaRPr lang="en-US"/>
        </a:p>
      </dgm:t>
    </dgm:pt>
    <dgm:pt modelId="{9D0FCC0B-EF59-437B-89E6-3A3018410725}" type="pres">
      <dgm:prSet presAssocID="{9E10C154-2149-4269-AE20-F30280D6B6AF}" presName="root" presStyleCnt="0">
        <dgm:presLayoutVars>
          <dgm:dir/>
          <dgm:resizeHandles val="exact"/>
        </dgm:presLayoutVars>
      </dgm:prSet>
      <dgm:spPr/>
    </dgm:pt>
    <dgm:pt modelId="{E2C2F10A-6552-43FB-A07D-F6E99B529442}" type="pres">
      <dgm:prSet presAssocID="{9E10C154-2149-4269-AE20-F30280D6B6AF}" presName="container" presStyleCnt="0">
        <dgm:presLayoutVars>
          <dgm:dir/>
          <dgm:resizeHandles val="exact"/>
        </dgm:presLayoutVars>
      </dgm:prSet>
      <dgm:spPr/>
    </dgm:pt>
    <dgm:pt modelId="{D07019BB-526D-4A58-8623-CE12D83EE552}" type="pres">
      <dgm:prSet presAssocID="{96D86997-D95F-4D63-8C71-AEE7C40C49FD}" presName="compNode" presStyleCnt="0"/>
      <dgm:spPr/>
    </dgm:pt>
    <dgm:pt modelId="{D763DBD1-C0A2-4A36-BE9C-8464336F7CC8}" type="pres">
      <dgm:prSet presAssocID="{96D86997-D95F-4D63-8C71-AEE7C40C49FD}" presName="iconBgRect" presStyleLbl="bgShp" presStyleIdx="0" presStyleCnt="5"/>
      <dgm:spPr/>
    </dgm:pt>
    <dgm:pt modelId="{06D0B24D-2A54-4D60-B58F-A0F7B68909A7}" type="pres">
      <dgm:prSet presAssocID="{96D86997-D95F-4D63-8C71-AEE7C40C49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E302F06-5AA2-4043-9183-1AFF4FFA105C}" type="pres">
      <dgm:prSet presAssocID="{96D86997-D95F-4D63-8C71-AEE7C40C49FD}" presName="spaceRect" presStyleCnt="0"/>
      <dgm:spPr/>
    </dgm:pt>
    <dgm:pt modelId="{B3025CA2-3AA0-4045-828E-848343ADAA77}" type="pres">
      <dgm:prSet presAssocID="{96D86997-D95F-4D63-8C71-AEE7C40C49FD}" presName="textRect" presStyleLbl="revTx" presStyleIdx="0" presStyleCnt="5">
        <dgm:presLayoutVars>
          <dgm:chMax val="1"/>
          <dgm:chPref val="1"/>
        </dgm:presLayoutVars>
      </dgm:prSet>
      <dgm:spPr/>
    </dgm:pt>
    <dgm:pt modelId="{B9D09131-6CD4-45F1-8038-00737C67F2AB}" type="pres">
      <dgm:prSet presAssocID="{904D477E-7AFF-4C0A-B4FA-E5650ADE55F6}" presName="sibTrans" presStyleLbl="sibTrans2D1" presStyleIdx="0" presStyleCnt="0"/>
      <dgm:spPr/>
    </dgm:pt>
    <dgm:pt modelId="{15F337D5-4795-413B-AD2A-AA73A932EE36}" type="pres">
      <dgm:prSet presAssocID="{2BB3CFE9-ECB3-4C39-BE80-1E25CF80ED3D}" presName="compNode" presStyleCnt="0"/>
      <dgm:spPr/>
    </dgm:pt>
    <dgm:pt modelId="{592448C8-F760-4B5E-BE26-0A5B43740DFC}" type="pres">
      <dgm:prSet presAssocID="{2BB3CFE9-ECB3-4C39-BE80-1E25CF80ED3D}" presName="iconBgRect" presStyleLbl="bgShp" presStyleIdx="1" presStyleCnt="5"/>
      <dgm:spPr/>
    </dgm:pt>
    <dgm:pt modelId="{6B81216F-A12D-4A39-BC89-DB1623E96F5D}" type="pres">
      <dgm:prSet presAssocID="{2BB3CFE9-ECB3-4C39-BE80-1E25CF80ED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ED3875F-DEE8-4F4D-9807-3F45E312DBBB}" type="pres">
      <dgm:prSet presAssocID="{2BB3CFE9-ECB3-4C39-BE80-1E25CF80ED3D}" presName="spaceRect" presStyleCnt="0"/>
      <dgm:spPr/>
    </dgm:pt>
    <dgm:pt modelId="{EB6A5546-A8CA-4645-A1EE-56BA09DDBA22}" type="pres">
      <dgm:prSet presAssocID="{2BB3CFE9-ECB3-4C39-BE80-1E25CF80ED3D}" presName="textRect" presStyleLbl="revTx" presStyleIdx="1" presStyleCnt="5">
        <dgm:presLayoutVars>
          <dgm:chMax val="1"/>
          <dgm:chPref val="1"/>
        </dgm:presLayoutVars>
      </dgm:prSet>
      <dgm:spPr/>
    </dgm:pt>
    <dgm:pt modelId="{3E145958-FB0D-476C-B3F2-6C6E3F2CCBF3}" type="pres">
      <dgm:prSet presAssocID="{143FC029-37E6-43A9-A8A4-D29E055D79C2}" presName="sibTrans" presStyleLbl="sibTrans2D1" presStyleIdx="0" presStyleCnt="0"/>
      <dgm:spPr/>
    </dgm:pt>
    <dgm:pt modelId="{5D854A06-0D2D-44B5-A807-E1A9FAA42DAA}" type="pres">
      <dgm:prSet presAssocID="{49AEB592-C974-45F1-B817-DC3A51A12D72}" presName="compNode" presStyleCnt="0"/>
      <dgm:spPr/>
    </dgm:pt>
    <dgm:pt modelId="{4AF9C71A-AEDD-4F9D-9971-5E6DAD0E7E46}" type="pres">
      <dgm:prSet presAssocID="{49AEB592-C974-45F1-B817-DC3A51A12D72}" presName="iconBgRect" presStyleLbl="bgShp" presStyleIdx="2" presStyleCnt="5"/>
      <dgm:spPr/>
    </dgm:pt>
    <dgm:pt modelId="{0848A22C-FBD3-43BF-8919-6ECCF4D86A4E}" type="pres">
      <dgm:prSet presAssocID="{49AEB592-C974-45F1-B817-DC3A51A12D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29B3A75-AE18-4023-9D70-3517AA1CFBFF}" type="pres">
      <dgm:prSet presAssocID="{49AEB592-C974-45F1-B817-DC3A51A12D72}" presName="spaceRect" presStyleCnt="0"/>
      <dgm:spPr/>
    </dgm:pt>
    <dgm:pt modelId="{8BEDFE64-26E5-46ED-8872-5A3554BC9583}" type="pres">
      <dgm:prSet presAssocID="{49AEB592-C974-45F1-B817-DC3A51A12D72}" presName="textRect" presStyleLbl="revTx" presStyleIdx="2" presStyleCnt="5">
        <dgm:presLayoutVars>
          <dgm:chMax val="1"/>
          <dgm:chPref val="1"/>
        </dgm:presLayoutVars>
      </dgm:prSet>
      <dgm:spPr/>
    </dgm:pt>
    <dgm:pt modelId="{EE5EB944-A6B5-4DCB-8E06-E54A4AD535E8}" type="pres">
      <dgm:prSet presAssocID="{41E35EF6-C5B6-4235-B142-818A656DF754}" presName="sibTrans" presStyleLbl="sibTrans2D1" presStyleIdx="0" presStyleCnt="0"/>
      <dgm:spPr/>
    </dgm:pt>
    <dgm:pt modelId="{BBF42D92-6497-40B4-9FEB-C17CFB5EADA7}" type="pres">
      <dgm:prSet presAssocID="{F0731EC1-5737-4664-A579-ADBEFA8F240B}" presName="compNode" presStyleCnt="0"/>
      <dgm:spPr/>
    </dgm:pt>
    <dgm:pt modelId="{A36AFC0C-B2A1-4078-98FF-8ACFB0C9AEF1}" type="pres">
      <dgm:prSet presAssocID="{F0731EC1-5737-4664-A579-ADBEFA8F240B}" presName="iconBgRect" presStyleLbl="bgShp" presStyleIdx="3" presStyleCnt="5"/>
      <dgm:spPr/>
    </dgm:pt>
    <dgm:pt modelId="{73468C0F-2E4B-45B9-82DC-0306A3349B45}" type="pres">
      <dgm:prSet presAssocID="{F0731EC1-5737-4664-A579-ADBEFA8F240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F4BAE468-EBFA-495E-8432-66FF97560933}" type="pres">
      <dgm:prSet presAssocID="{F0731EC1-5737-4664-A579-ADBEFA8F240B}" presName="spaceRect" presStyleCnt="0"/>
      <dgm:spPr/>
    </dgm:pt>
    <dgm:pt modelId="{EF41D4CD-BA92-488B-9534-1458B18F53D5}" type="pres">
      <dgm:prSet presAssocID="{F0731EC1-5737-4664-A579-ADBEFA8F240B}" presName="textRect" presStyleLbl="revTx" presStyleIdx="3" presStyleCnt="5">
        <dgm:presLayoutVars>
          <dgm:chMax val="1"/>
          <dgm:chPref val="1"/>
        </dgm:presLayoutVars>
      </dgm:prSet>
      <dgm:spPr/>
    </dgm:pt>
    <dgm:pt modelId="{38A21050-0B06-4E7A-B089-FAA69D6957C2}" type="pres">
      <dgm:prSet presAssocID="{5CAFAF9C-C53E-4907-9790-D396EFE25D15}" presName="sibTrans" presStyleLbl="sibTrans2D1" presStyleIdx="0" presStyleCnt="0"/>
      <dgm:spPr/>
    </dgm:pt>
    <dgm:pt modelId="{B5EF244E-41C9-4B5A-B586-5FC7FD8EFC40}" type="pres">
      <dgm:prSet presAssocID="{CD49181F-AF66-4712-BB93-A4623A7D2475}" presName="compNode" presStyleCnt="0"/>
      <dgm:spPr/>
    </dgm:pt>
    <dgm:pt modelId="{24B2D4B0-DCF1-4BA7-B21C-3DE1B78F0043}" type="pres">
      <dgm:prSet presAssocID="{CD49181F-AF66-4712-BB93-A4623A7D2475}" presName="iconBgRect" presStyleLbl="bgShp" presStyleIdx="4" presStyleCnt="5"/>
      <dgm:spPr/>
    </dgm:pt>
    <dgm:pt modelId="{22700AE8-B12A-4E52-A3A2-3FEDC1E38DD8}" type="pres">
      <dgm:prSet presAssocID="{CD49181F-AF66-4712-BB93-A4623A7D24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B442410-27E1-424F-8B45-88F1BE56ACD0}" type="pres">
      <dgm:prSet presAssocID="{CD49181F-AF66-4712-BB93-A4623A7D2475}" presName="spaceRect" presStyleCnt="0"/>
      <dgm:spPr/>
    </dgm:pt>
    <dgm:pt modelId="{C4002520-7CEF-47D3-A291-CB336664E027}" type="pres">
      <dgm:prSet presAssocID="{CD49181F-AF66-4712-BB93-A4623A7D247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DAA8414-DFD7-4490-B9AD-D7B129C8BF52}" type="presOf" srcId="{143FC029-37E6-43A9-A8A4-D29E055D79C2}" destId="{3E145958-FB0D-476C-B3F2-6C6E3F2CCBF3}" srcOrd="0" destOrd="0" presId="urn:microsoft.com/office/officeart/2018/2/layout/IconCircleList"/>
    <dgm:cxn modelId="{3BEC2218-157C-4D93-8A09-491398E49577}" srcId="{9E10C154-2149-4269-AE20-F30280D6B6AF}" destId="{CD49181F-AF66-4712-BB93-A4623A7D2475}" srcOrd="4" destOrd="0" parTransId="{211C80B0-5993-4D60-BC10-B51BBFC9603A}" sibTransId="{D067C085-6F43-4011-8739-AF970BE9B881}"/>
    <dgm:cxn modelId="{BDA0DB27-7AA0-4AC6-9F66-3F6DCF733EEA}" type="presOf" srcId="{5CAFAF9C-C53E-4907-9790-D396EFE25D15}" destId="{38A21050-0B06-4E7A-B089-FAA69D6957C2}" srcOrd="0" destOrd="0" presId="urn:microsoft.com/office/officeart/2018/2/layout/IconCircleList"/>
    <dgm:cxn modelId="{48CE105F-2AE6-45BB-B3DE-8830313C2F62}" type="presOf" srcId="{96D86997-D95F-4D63-8C71-AEE7C40C49FD}" destId="{B3025CA2-3AA0-4045-828E-848343ADAA77}" srcOrd="0" destOrd="0" presId="urn:microsoft.com/office/officeart/2018/2/layout/IconCircleList"/>
    <dgm:cxn modelId="{49077941-8B72-4AD8-8ACB-479B6D560B35}" srcId="{9E10C154-2149-4269-AE20-F30280D6B6AF}" destId="{F0731EC1-5737-4664-A579-ADBEFA8F240B}" srcOrd="3" destOrd="0" parTransId="{5C0690A5-D712-4930-916B-E417059520CE}" sibTransId="{5CAFAF9C-C53E-4907-9790-D396EFE25D15}"/>
    <dgm:cxn modelId="{1F468949-9CD0-406C-9DFA-02EE9E0D8EC2}" srcId="{9E10C154-2149-4269-AE20-F30280D6B6AF}" destId="{96D86997-D95F-4D63-8C71-AEE7C40C49FD}" srcOrd="0" destOrd="0" parTransId="{EB9ED170-4423-442F-BCA8-92E51AC6733F}" sibTransId="{904D477E-7AFF-4C0A-B4FA-E5650ADE55F6}"/>
    <dgm:cxn modelId="{7691E06C-75B9-4E07-8E0A-C6F33C2785F6}" type="presOf" srcId="{F0731EC1-5737-4664-A579-ADBEFA8F240B}" destId="{EF41D4CD-BA92-488B-9534-1458B18F53D5}" srcOrd="0" destOrd="0" presId="urn:microsoft.com/office/officeart/2018/2/layout/IconCircleList"/>
    <dgm:cxn modelId="{B0D6D18B-E4E4-4EB9-AE43-807D4DD6809A}" type="presOf" srcId="{9E10C154-2149-4269-AE20-F30280D6B6AF}" destId="{9D0FCC0B-EF59-437B-89E6-3A3018410725}" srcOrd="0" destOrd="0" presId="urn:microsoft.com/office/officeart/2018/2/layout/IconCircleList"/>
    <dgm:cxn modelId="{EE48CC8D-486F-48B3-9C9C-705836C46AEA}" srcId="{9E10C154-2149-4269-AE20-F30280D6B6AF}" destId="{49AEB592-C974-45F1-B817-DC3A51A12D72}" srcOrd="2" destOrd="0" parTransId="{A215F15F-5029-4879-A3DA-74889913A764}" sibTransId="{41E35EF6-C5B6-4235-B142-818A656DF754}"/>
    <dgm:cxn modelId="{42774CAC-A834-43A8-89D1-98157B237262}" type="presOf" srcId="{41E35EF6-C5B6-4235-B142-818A656DF754}" destId="{EE5EB944-A6B5-4DCB-8E06-E54A4AD535E8}" srcOrd="0" destOrd="0" presId="urn:microsoft.com/office/officeart/2018/2/layout/IconCircleList"/>
    <dgm:cxn modelId="{680CEFB4-8932-43D9-A7B5-9A16C47A9EDD}" type="presOf" srcId="{CD49181F-AF66-4712-BB93-A4623A7D2475}" destId="{C4002520-7CEF-47D3-A291-CB336664E027}" srcOrd="0" destOrd="0" presId="urn:microsoft.com/office/officeart/2018/2/layout/IconCircleList"/>
    <dgm:cxn modelId="{CE87A0D4-ED74-41AB-A159-B299C4C15C12}" srcId="{9E10C154-2149-4269-AE20-F30280D6B6AF}" destId="{2BB3CFE9-ECB3-4C39-BE80-1E25CF80ED3D}" srcOrd="1" destOrd="0" parTransId="{6D185081-BB97-40A1-9694-4011518FD623}" sibTransId="{143FC029-37E6-43A9-A8A4-D29E055D79C2}"/>
    <dgm:cxn modelId="{A51E25DE-D815-4E2B-9033-9165EE8A158D}" type="presOf" srcId="{2BB3CFE9-ECB3-4C39-BE80-1E25CF80ED3D}" destId="{EB6A5546-A8CA-4645-A1EE-56BA09DDBA22}" srcOrd="0" destOrd="0" presId="urn:microsoft.com/office/officeart/2018/2/layout/IconCircleList"/>
    <dgm:cxn modelId="{F9FCCAED-D2A6-495C-B314-B27879AF1ACF}" type="presOf" srcId="{904D477E-7AFF-4C0A-B4FA-E5650ADE55F6}" destId="{B9D09131-6CD4-45F1-8038-00737C67F2AB}" srcOrd="0" destOrd="0" presId="urn:microsoft.com/office/officeart/2018/2/layout/IconCircleList"/>
    <dgm:cxn modelId="{7E4EF6F5-A71B-4F13-BB31-DF4B1D4E91A7}" type="presOf" srcId="{49AEB592-C974-45F1-B817-DC3A51A12D72}" destId="{8BEDFE64-26E5-46ED-8872-5A3554BC9583}" srcOrd="0" destOrd="0" presId="urn:microsoft.com/office/officeart/2018/2/layout/IconCircleList"/>
    <dgm:cxn modelId="{D8B4CBD8-50E6-46BE-8BA8-FBC25472221F}" type="presParOf" srcId="{9D0FCC0B-EF59-437B-89E6-3A3018410725}" destId="{E2C2F10A-6552-43FB-A07D-F6E99B529442}" srcOrd="0" destOrd="0" presId="urn:microsoft.com/office/officeart/2018/2/layout/IconCircleList"/>
    <dgm:cxn modelId="{11642D4A-2102-4BB0-BA76-2EA7C2B9D9B4}" type="presParOf" srcId="{E2C2F10A-6552-43FB-A07D-F6E99B529442}" destId="{D07019BB-526D-4A58-8623-CE12D83EE552}" srcOrd="0" destOrd="0" presId="urn:microsoft.com/office/officeart/2018/2/layout/IconCircleList"/>
    <dgm:cxn modelId="{7DAA6B35-5B19-4804-9237-29F11023F45B}" type="presParOf" srcId="{D07019BB-526D-4A58-8623-CE12D83EE552}" destId="{D763DBD1-C0A2-4A36-BE9C-8464336F7CC8}" srcOrd="0" destOrd="0" presId="urn:microsoft.com/office/officeart/2018/2/layout/IconCircleList"/>
    <dgm:cxn modelId="{7A0D5D16-3CCE-4A9F-802D-F28CE874E6B9}" type="presParOf" srcId="{D07019BB-526D-4A58-8623-CE12D83EE552}" destId="{06D0B24D-2A54-4D60-B58F-A0F7B68909A7}" srcOrd="1" destOrd="0" presId="urn:microsoft.com/office/officeart/2018/2/layout/IconCircleList"/>
    <dgm:cxn modelId="{422DE6BD-786F-4154-B4C3-4D221FCEB3F0}" type="presParOf" srcId="{D07019BB-526D-4A58-8623-CE12D83EE552}" destId="{9E302F06-5AA2-4043-9183-1AFF4FFA105C}" srcOrd="2" destOrd="0" presId="urn:microsoft.com/office/officeart/2018/2/layout/IconCircleList"/>
    <dgm:cxn modelId="{995BD30E-75D6-46B8-8FDC-6352CBE861B4}" type="presParOf" srcId="{D07019BB-526D-4A58-8623-CE12D83EE552}" destId="{B3025CA2-3AA0-4045-828E-848343ADAA77}" srcOrd="3" destOrd="0" presId="urn:microsoft.com/office/officeart/2018/2/layout/IconCircleList"/>
    <dgm:cxn modelId="{F90F48C8-5DDC-42B1-B8E9-BF6D97F57746}" type="presParOf" srcId="{E2C2F10A-6552-43FB-A07D-F6E99B529442}" destId="{B9D09131-6CD4-45F1-8038-00737C67F2AB}" srcOrd="1" destOrd="0" presId="urn:microsoft.com/office/officeart/2018/2/layout/IconCircleList"/>
    <dgm:cxn modelId="{754E64A1-F82F-460C-ACCC-07598D3EC144}" type="presParOf" srcId="{E2C2F10A-6552-43FB-A07D-F6E99B529442}" destId="{15F337D5-4795-413B-AD2A-AA73A932EE36}" srcOrd="2" destOrd="0" presId="urn:microsoft.com/office/officeart/2018/2/layout/IconCircleList"/>
    <dgm:cxn modelId="{3291EADB-4FDD-4A3C-9130-991F5E678020}" type="presParOf" srcId="{15F337D5-4795-413B-AD2A-AA73A932EE36}" destId="{592448C8-F760-4B5E-BE26-0A5B43740DFC}" srcOrd="0" destOrd="0" presId="urn:microsoft.com/office/officeart/2018/2/layout/IconCircleList"/>
    <dgm:cxn modelId="{10F65283-407F-426C-AAD9-EF6B376A1BAF}" type="presParOf" srcId="{15F337D5-4795-413B-AD2A-AA73A932EE36}" destId="{6B81216F-A12D-4A39-BC89-DB1623E96F5D}" srcOrd="1" destOrd="0" presId="urn:microsoft.com/office/officeart/2018/2/layout/IconCircleList"/>
    <dgm:cxn modelId="{E5713342-9A33-4406-9BE9-466833E27314}" type="presParOf" srcId="{15F337D5-4795-413B-AD2A-AA73A932EE36}" destId="{3ED3875F-DEE8-4F4D-9807-3F45E312DBBB}" srcOrd="2" destOrd="0" presId="urn:microsoft.com/office/officeart/2018/2/layout/IconCircleList"/>
    <dgm:cxn modelId="{9C4D8A83-86D0-4A90-9E9D-A624ADB8FA94}" type="presParOf" srcId="{15F337D5-4795-413B-AD2A-AA73A932EE36}" destId="{EB6A5546-A8CA-4645-A1EE-56BA09DDBA22}" srcOrd="3" destOrd="0" presId="urn:microsoft.com/office/officeart/2018/2/layout/IconCircleList"/>
    <dgm:cxn modelId="{65BCD4F6-0B88-4554-8FFC-698DBBBF455D}" type="presParOf" srcId="{E2C2F10A-6552-43FB-A07D-F6E99B529442}" destId="{3E145958-FB0D-476C-B3F2-6C6E3F2CCBF3}" srcOrd="3" destOrd="0" presId="urn:microsoft.com/office/officeart/2018/2/layout/IconCircleList"/>
    <dgm:cxn modelId="{A9C2E497-15E0-4209-B076-E71EA28877E8}" type="presParOf" srcId="{E2C2F10A-6552-43FB-A07D-F6E99B529442}" destId="{5D854A06-0D2D-44B5-A807-E1A9FAA42DAA}" srcOrd="4" destOrd="0" presId="urn:microsoft.com/office/officeart/2018/2/layout/IconCircleList"/>
    <dgm:cxn modelId="{A06FE755-8983-449D-8963-E038BE7ABCFD}" type="presParOf" srcId="{5D854A06-0D2D-44B5-A807-E1A9FAA42DAA}" destId="{4AF9C71A-AEDD-4F9D-9971-5E6DAD0E7E46}" srcOrd="0" destOrd="0" presId="urn:microsoft.com/office/officeart/2018/2/layout/IconCircleList"/>
    <dgm:cxn modelId="{77606119-3E21-44CF-86ED-FC407E71827A}" type="presParOf" srcId="{5D854A06-0D2D-44B5-A807-E1A9FAA42DAA}" destId="{0848A22C-FBD3-43BF-8919-6ECCF4D86A4E}" srcOrd="1" destOrd="0" presId="urn:microsoft.com/office/officeart/2018/2/layout/IconCircleList"/>
    <dgm:cxn modelId="{4BB9B67A-6AA1-4C3B-95BC-3FD502E79E31}" type="presParOf" srcId="{5D854A06-0D2D-44B5-A807-E1A9FAA42DAA}" destId="{929B3A75-AE18-4023-9D70-3517AA1CFBFF}" srcOrd="2" destOrd="0" presId="urn:microsoft.com/office/officeart/2018/2/layout/IconCircleList"/>
    <dgm:cxn modelId="{48A1A431-1446-4A8B-9ABC-A2C733ACA2A7}" type="presParOf" srcId="{5D854A06-0D2D-44B5-A807-E1A9FAA42DAA}" destId="{8BEDFE64-26E5-46ED-8872-5A3554BC9583}" srcOrd="3" destOrd="0" presId="urn:microsoft.com/office/officeart/2018/2/layout/IconCircleList"/>
    <dgm:cxn modelId="{5CB89D29-01E0-4E57-B30B-1D5227DD8815}" type="presParOf" srcId="{E2C2F10A-6552-43FB-A07D-F6E99B529442}" destId="{EE5EB944-A6B5-4DCB-8E06-E54A4AD535E8}" srcOrd="5" destOrd="0" presId="urn:microsoft.com/office/officeart/2018/2/layout/IconCircleList"/>
    <dgm:cxn modelId="{7D133714-3A08-4377-ABCF-0EB1B9323B7E}" type="presParOf" srcId="{E2C2F10A-6552-43FB-A07D-F6E99B529442}" destId="{BBF42D92-6497-40B4-9FEB-C17CFB5EADA7}" srcOrd="6" destOrd="0" presId="urn:microsoft.com/office/officeart/2018/2/layout/IconCircleList"/>
    <dgm:cxn modelId="{D8A195E9-5477-46E7-B383-375B9E86E80D}" type="presParOf" srcId="{BBF42D92-6497-40B4-9FEB-C17CFB5EADA7}" destId="{A36AFC0C-B2A1-4078-98FF-8ACFB0C9AEF1}" srcOrd="0" destOrd="0" presId="urn:microsoft.com/office/officeart/2018/2/layout/IconCircleList"/>
    <dgm:cxn modelId="{52A303BD-7A2D-46E7-B74C-9DBFED456D68}" type="presParOf" srcId="{BBF42D92-6497-40B4-9FEB-C17CFB5EADA7}" destId="{73468C0F-2E4B-45B9-82DC-0306A3349B45}" srcOrd="1" destOrd="0" presId="urn:microsoft.com/office/officeart/2018/2/layout/IconCircleList"/>
    <dgm:cxn modelId="{8899EED6-9DB0-499D-9D05-7B495671F6AF}" type="presParOf" srcId="{BBF42D92-6497-40B4-9FEB-C17CFB5EADA7}" destId="{F4BAE468-EBFA-495E-8432-66FF97560933}" srcOrd="2" destOrd="0" presId="urn:microsoft.com/office/officeart/2018/2/layout/IconCircleList"/>
    <dgm:cxn modelId="{E6521095-47E5-43E3-8278-527FF4A0B5B3}" type="presParOf" srcId="{BBF42D92-6497-40B4-9FEB-C17CFB5EADA7}" destId="{EF41D4CD-BA92-488B-9534-1458B18F53D5}" srcOrd="3" destOrd="0" presId="urn:microsoft.com/office/officeart/2018/2/layout/IconCircleList"/>
    <dgm:cxn modelId="{9192F7B2-F21B-46C2-A62E-D65B810DD667}" type="presParOf" srcId="{E2C2F10A-6552-43FB-A07D-F6E99B529442}" destId="{38A21050-0B06-4E7A-B089-FAA69D6957C2}" srcOrd="7" destOrd="0" presId="urn:microsoft.com/office/officeart/2018/2/layout/IconCircleList"/>
    <dgm:cxn modelId="{8FB2D3FC-3E27-42DD-8BEC-D9E0C8EF84C1}" type="presParOf" srcId="{E2C2F10A-6552-43FB-A07D-F6E99B529442}" destId="{B5EF244E-41C9-4B5A-B586-5FC7FD8EFC40}" srcOrd="8" destOrd="0" presId="urn:microsoft.com/office/officeart/2018/2/layout/IconCircleList"/>
    <dgm:cxn modelId="{B79296CA-A69B-48C1-88E3-CCE1BB933F69}" type="presParOf" srcId="{B5EF244E-41C9-4B5A-B586-5FC7FD8EFC40}" destId="{24B2D4B0-DCF1-4BA7-B21C-3DE1B78F0043}" srcOrd="0" destOrd="0" presId="urn:microsoft.com/office/officeart/2018/2/layout/IconCircleList"/>
    <dgm:cxn modelId="{6BE512FA-ED41-4A12-AC0E-EB395BA8724E}" type="presParOf" srcId="{B5EF244E-41C9-4B5A-B586-5FC7FD8EFC40}" destId="{22700AE8-B12A-4E52-A3A2-3FEDC1E38DD8}" srcOrd="1" destOrd="0" presId="urn:microsoft.com/office/officeart/2018/2/layout/IconCircleList"/>
    <dgm:cxn modelId="{DA72D554-4405-42B7-9A7C-72B7F64F6633}" type="presParOf" srcId="{B5EF244E-41C9-4B5A-B586-5FC7FD8EFC40}" destId="{4B442410-27E1-424F-8B45-88F1BE56ACD0}" srcOrd="2" destOrd="0" presId="urn:microsoft.com/office/officeart/2018/2/layout/IconCircleList"/>
    <dgm:cxn modelId="{A55A855D-D0B1-4A47-BE4A-384235256776}" type="presParOf" srcId="{B5EF244E-41C9-4B5A-B586-5FC7FD8EFC40}" destId="{C4002520-7CEF-47D3-A291-CB336664E02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BE9474-545B-463D-B43D-BB9A2F2614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4347D43-301B-45CC-8466-0185C82F30AC}">
      <dgm:prSet/>
      <dgm:spPr/>
      <dgm:t>
        <a:bodyPr/>
        <a:lstStyle/>
        <a:p>
          <a:pPr>
            <a:defRPr cap="all"/>
          </a:pPr>
          <a:r>
            <a:rPr lang="en-US" b="0" i="0"/>
            <a:t>• Intent: S3 Quiz</a:t>
          </a:r>
          <a:endParaRPr lang="en-US"/>
        </a:p>
      </dgm:t>
    </dgm:pt>
    <dgm:pt modelId="{BE097F97-4666-48B5-A4F6-4A1879B380FB}" type="parTrans" cxnId="{485EADC0-85CC-4D06-9E78-BA13F6C41117}">
      <dgm:prSet/>
      <dgm:spPr/>
      <dgm:t>
        <a:bodyPr/>
        <a:lstStyle/>
        <a:p>
          <a:endParaRPr lang="en-US"/>
        </a:p>
      </dgm:t>
    </dgm:pt>
    <dgm:pt modelId="{DB00BF7A-7C65-46BD-8FBE-64EB3BAAA3E0}" type="sibTrans" cxnId="{485EADC0-85CC-4D06-9E78-BA13F6C41117}">
      <dgm:prSet/>
      <dgm:spPr/>
      <dgm:t>
        <a:bodyPr/>
        <a:lstStyle/>
        <a:p>
          <a:endParaRPr lang="en-US"/>
        </a:p>
      </dgm:t>
    </dgm:pt>
    <dgm:pt modelId="{19FD7F4F-90EF-4EED-A71D-BA4C0DADC6EF}">
      <dgm:prSet/>
      <dgm:spPr/>
      <dgm:t>
        <a:bodyPr/>
        <a:lstStyle/>
        <a:p>
          <a:pPr>
            <a:defRPr cap="all"/>
          </a:pPr>
          <a:r>
            <a:rPr lang="en-US" b="0" i="0"/>
            <a:t>• Utterances trigger quiz start</a:t>
          </a:r>
          <a:endParaRPr lang="en-US"/>
        </a:p>
      </dgm:t>
    </dgm:pt>
    <dgm:pt modelId="{FF675E17-7588-4037-A3DE-63EABF6EED98}" type="parTrans" cxnId="{23C9D8F0-5A8B-4E66-AB9D-EA5711C2FC38}">
      <dgm:prSet/>
      <dgm:spPr/>
      <dgm:t>
        <a:bodyPr/>
        <a:lstStyle/>
        <a:p>
          <a:endParaRPr lang="en-US"/>
        </a:p>
      </dgm:t>
    </dgm:pt>
    <dgm:pt modelId="{D787997B-7634-46C8-8BFC-25348F2DA1C2}" type="sibTrans" cxnId="{23C9D8F0-5A8B-4E66-AB9D-EA5711C2FC38}">
      <dgm:prSet/>
      <dgm:spPr/>
      <dgm:t>
        <a:bodyPr/>
        <a:lstStyle/>
        <a:p>
          <a:endParaRPr lang="en-US"/>
        </a:p>
      </dgm:t>
    </dgm:pt>
    <dgm:pt modelId="{C0336DB0-CE2A-4F7A-B7EB-0A76423F140F}">
      <dgm:prSet/>
      <dgm:spPr/>
      <dgm:t>
        <a:bodyPr/>
        <a:lstStyle/>
        <a:p>
          <a:pPr>
            <a:defRPr cap="all"/>
          </a:pPr>
          <a:r>
            <a:rPr lang="en-US" b="0" i="0"/>
            <a:t>• Slot type: S3QuizOptions</a:t>
          </a:r>
          <a:endParaRPr lang="en-US"/>
        </a:p>
      </dgm:t>
    </dgm:pt>
    <dgm:pt modelId="{55E0045B-B3D2-4C63-B7A5-D1FF3C49FE4E}" type="parTrans" cxnId="{9073E6CF-C418-42BC-AE30-2AE81318B047}">
      <dgm:prSet/>
      <dgm:spPr/>
      <dgm:t>
        <a:bodyPr/>
        <a:lstStyle/>
        <a:p>
          <a:endParaRPr lang="en-US"/>
        </a:p>
      </dgm:t>
    </dgm:pt>
    <dgm:pt modelId="{E2715100-9A8D-4F62-9098-C506CC8AF9BA}" type="sibTrans" cxnId="{9073E6CF-C418-42BC-AE30-2AE81318B047}">
      <dgm:prSet/>
      <dgm:spPr/>
      <dgm:t>
        <a:bodyPr/>
        <a:lstStyle/>
        <a:p>
          <a:endParaRPr lang="en-US"/>
        </a:p>
      </dgm:t>
    </dgm:pt>
    <dgm:pt modelId="{ABFF1236-E776-4065-8DE5-56BE27BEA9C2}">
      <dgm:prSet/>
      <dgm:spPr/>
      <dgm:t>
        <a:bodyPr/>
        <a:lstStyle/>
        <a:p>
          <a:pPr>
            <a:defRPr cap="all"/>
          </a:pPr>
          <a:r>
            <a:rPr lang="en-US" b="0" i="0"/>
            <a:t>• Slot: QuestionOneAnswer</a:t>
          </a:r>
          <a:endParaRPr lang="en-US"/>
        </a:p>
      </dgm:t>
    </dgm:pt>
    <dgm:pt modelId="{3AE846AF-9C5D-4702-B5E9-09D2EF39755D}" type="parTrans" cxnId="{75C6ECB4-79AA-4037-B2C2-93BFD73D5511}">
      <dgm:prSet/>
      <dgm:spPr/>
      <dgm:t>
        <a:bodyPr/>
        <a:lstStyle/>
        <a:p>
          <a:endParaRPr lang="en-US"/>
        </a:p>
      </dgm:t>
    </dgm:pt>
    <dgm:pt modelId="{0B89E6E3-9718-4A83-8E0F-C7A4D1E9F1B7}" type="sibTrans" cxnId="{75C6ECB4-79AA-4037-B2C2-93BFD73D5511}">
      <dgm:prSet/>
      <dgm:spPr/>
      <dgm:t>
        <a:bodyPr/>
        <a:lstStyle/>
        <a:p>
          <a:endParaRPr lang="en-US"/>
        </a:p>
      </dgm:t>
    </dgm:pt>
    <dgm:pt modelId="{B0BDD65F-6A6A-41F0-B896-0CCB9CB92587}">
      <dgm:prSet/>
      <dgm:spPr/>
      <dgm:t>
        <a:bodyPr/>
        <a:lstStyle/>
        <a:p>
          <a:pPr>
            <a:defRPr cap="all"/>
          </a:pPr>
          <a:r>
            <a:rPr lang="en-US" b="0" i="0"/>
            <a:t>• Response cards for button selection</a:t>
          </a:r>
          <a:endParaRPr lang="en-US"/>
        </a:p>
      </dgm:t>
    </dgm:pt>
    <dgm:pt modelId="{6C31E011-25E9-480F-BECE-B2F19448E861}" type="parTrans" cxnId="{793879C0-55ED-4DBA-919A-0A23C5023CB2}">
      <dgm:prSet/>
      <dgm:spPr/>
      <dgm:t>
        <a:bodyPr/>
        <a:lstStyle/>
        <a:p>
          <a:endParaRPr lang="en-US"/>
        </a:p>
      </dgm:t>
    </dgm:pt>
    <dgm:pt modelId="{B4353AA5-1DB7-458D-B921-D70AF3E77D55}" type="sibTrans" cxnId="{793879C0-55ED-4DBA-919A-0A23C5023CB2}">
      <dgm:prSet/>
      <dgm:spPr/>
      <dgm:t>
        <a:bodyPr/>
        <a:lstStyle/>
        <a:p>
          <a:endParaRPr lang="en-US"/>
        </a:p>
      </dgm:t>
    </dgm:pt>
    <dgm:pt modelId="{B97D7C68-E1D4-4D93-AD46-69481DB53A24}">
      <dgm:prSet/>
      <dgm:spPr/>
      <dgm:t>
        <a:bodyPr/>
        <a:lstStyle/>
        <a:p>
          <a:pPr>
            <a:defRPr cap="all"/>
          </a:pPr>
          <a:r>
            <a:rPr lang="en-US" b="0" i="0"/>
            <a:t>• Conditional branching for feedback</a:t>
          </a:r>
          <a:endParaRPr lang="en-US"/>
        </a:p>
      </dgm:t>
    </dgm:pt>
    <dgm:pt modelId="{C2EA1267-2D1C-43F3-8C59-420E2F4E705F}" type="parTrans" cxnId="{D62788DE-55B3-47C0-BCA9-9180C3A29EE1}">
      <dgm:prSet/>
      <dgm:spPr/>
      <dgm:t>
        <a:bodyPr/>
        <a:lstStyle/>
        <a:p>
          <a:endParaRPr lang="en-US"/>
        </a:p>
      </dgm:t>
    </dgm:pt>
    <dgm:pt modelId="{672D518B-9C26-40A8-96A7-BC491E2A7A44}" type="sibTrans" cxnId="{D62788DE-55B3-47C0-BCA9-9180C3A29EE1}">
      <dgm:prSet/>
      <dgm:spPr/>
      <dgm:t>
        <a:bodyPr/>
        <a:lstStyle/>
        <a:p>
          <a:endParaRPr lang="en-US"/>
        </a:p>
      </dgm:t>
    </dgm:pt>
    <dgm:pt modelId="{7BCCD663-BA47-4B34-AEB7-9F10F3BC834C}" type="pres">
      <dgm:prSet presAssocID="{81BE9474-545B-463D-B43D-BB9A2F261479}" presName="root" presStyleCnt="0">
        <dgm:presLayoutVars>
          <dgm:dir/>
          <dgm:resizeHandles val="exact"/>
        </dgm:presLayoutVars>
      </dgm:prSet>
      <dgm:spPr/>
    </dgm:pt>
    <dgm:pt modelId="{5B34B801-3698-4A0F-9349-E9AC92A57646}" type="pres">
      <dgm:prSet presAssocID="{B4347D43-301B-45CC-8466-0185C82F30AC}" presName="compNode" presStyleCnt="0"/>
      <dgm:spPr/>
    </dgm:pt>
    <dgm:pt modelId="{B3775A15-FAC3-4901-891D-90839B01054A}" type="pres">
      <dgm:prSet presAssocID="{B4347D43-301B-45CC-8466-0185C82F30AC}" presName="iconBgRect" presStyleLbl="bgShp" presStyleIdx="0" presStyleCnt="6"/>
      <dgm:spPr/>
    </dgm:pt>
    <dgm:pt modelId="{24EA094A-F179-4114-9C7D-13AAA20B6951}" type="pres">
      <dgm:prSet presAssocID="{B4347D43-301B-45CC-8466-0185C82F30A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502DA24-5AF8-483D-9CF4-F4337E2D1943}" type="pres">
      <dgm:prSet presAssocID="{B4347D43-301B-45CC-8466-0185C82F30AC}" presName="spaceRect" presStyleCnt="0"/>
      <dgm:spPr/>
    </dgm:pt>
    <dgm:pt modelId="{68686CED-3702-4671-BD85-F97AF610E234}" type="pres">
      <dgm:prSet presAssocID="{B4347D43-301B-45CC-8466-0185C82F30AC}" presName="textRect" presStyleLbl="revTx" presStyleIdx="0" presStyleCnt="6">
        <dgm:presLayoutVars>
          <dgm:chMax val="1"/>
          <dgm:chPref val="1"/>
        </dgm:presLayoutVars>
      </dgm:prSet>
      <dgm:spPr/>
    </dgm:pt>
    <dgm:pt modelId="{FBAF40A7-0DA3-4835-A80D-819D681D9891}" type="pres">
      <dgm:prSet presAssocID="{DB00BF7A-7C65-46BD-8FBE-64EB3BAAA3E0}" presName="sibTrans" presStyleCnt="0"/>
      <dgm:spPr/>
    </dgm:pt>
    <dgm:pt modelId="{6B549C6C-22D0-40F9-8350-4582F2429875}" type="pres">
      <dgm:prSet presAssocID="{19FD7F4F-90EF-4EED-A71D-BA4C0DADC6EF}" presName="compNode" presStyleCnt="0"/>
      <dgm:spPr/>
    </dgm:pt>
    <dgm:pt modelId="{691D4754-53C5-451D-A623-4992E8D239C9}" type="pres">
      <dgm:prSet presAssocID="{19FD7F4F-90EF-4EED-A71D-BA4C0DADC6EF}" presName="iconBgRect" presStyleLbl="bgShp" presStyleIdx="1" presStyleCnt="6"/>
      <dgm:spPr/>
    </dgm:pt>
    <dgm:pt modelId="{1F93D6D7-A2B3-4735-AD98-4C175844C5CD}" type="pres">
      <dgm:prSet presAssocID="{19FD7F4F-90EF-4EED-A71D-BA4C0DADC6E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1426098-1698-422F-94BB-CB51EA8B59BF}" type="pres">
      <dgm:prSet presAssocID="{19FD7F4F-90EF-4EED-A71D-BA4C0DADC6EF}" presName="spaceRect" presStyleCnt="0"/>
      <dgm:spPr/>
    </dgm:pt>
    <dgm:pt modelId="{5E87E5E7-8CBE-4471-B338-9A276CD72A78}" type="pres">
      <dgm:prSet presAssocID="{19FD7F4F-90EF-4EED-A71D-BA4C0DADC6EF}" presName="textRect" presStyleLbl="revTx" presStyleIdx="1" presStyleCnt="6">
        <dgm:presLayoutVars>
          <dgm:chMax val="1"/>
          <dgm:chPref val="1"/>
        </dgm:presLayoutVars>
      </dgm:prSet>
      <dgm:spPr/>
    </dgm:pt>
    <dgm:pt modelId="{FEA0EBA9-E812-4D54-A131-F54A4578A8E9}" type="pres">
      <dgm:prSet presAssocID="{D787997B-7634-46C8-8BFC-25348F2DA1C2}" presName="sibTrans" presStyleCnt="0"/>
      <dgm:spPr/>
    </dgm:pt>
    <dgm:pt modelId="{7E513E8A-1692-431D-BA2B-29BE3355C667}" type="pres">
      <dgm:prSet presAssocID="{C0336DB0-CE2A-4F7A-B7EB-0A76423F140F}" presName="compNode" presStyleCnt="0"/>
      <dgm:spPr/>
    </dgm:pt>
    <dgm:pt modelId="{2459B132-9F2B-421B-B214-B6983FF98CA8}" type="pres">
      <dgm:prSet presAssocID="{C0336DB0-CE2A-4F7A-B7EB-0A76423F140F}" presName="iconBgRect" presStyleLbl="bgShp" presStyleIdx="2" presStyleCnt="6"/>
      <dgm:spPr/>
    </dgm:pt>
    <dgm:pt modelId="{B2D3C989-1BCB-41CD-921A-19B154723E51}" type="pres">
      <dgm:prSet presAssocID="{C0336DB0-CE2A-4F7A-B7EB-0A76423F140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52FBA858-9A96-45DD-AFA1-0664A01468B2}" type="pres">
      <dgm:prSet presAssocID="{C0336DB0-CE2A-4F7A-B7EB-0A76423F140F}" presName="spaceRect" presStyleCnt="0"/>
      <dgm:spPr/>
    </dgm:pt>
    <dgm:pt modelId="{D7A38E10-3436-4B4E-B5A7-83E10059AA5D}" type="pres">
      <dgm:prSet presAssocID="{C0336DB0-CE2A-4F7A-B7EB-0A76423F140F}" presName="textRect" presStyleLbl="revTx" presStyleIdx="2" presStyleCnt="6">
        <dgm:presLayoutVars>
          <dgm:chMax val="1"/>
          <dgm:chPref val="1"/>
        </dgm:presLayoutVars>
      </dgm:prSet>
      <dgm:spPr/>
    </dgm:pt>
    <dgm:pt modelId="{4A34974D-EA1B-44AA-B6D2-9B134C5178DF}" type="pres">
      <dgm:prSet presAssocID="{E2715100-9A8D-4F62-9098-C506CC8AF9BA}" presName="sibTrans" presStyleCnt="0"/>
      <dgm:spPr/>
    </dgm:pt>
    <dgm:pt modelId="{3A404949-CAB4-4B0E-B792-F2FFEAE1D388}" type="pres">
      <dgm:prSet presAssocID="{ABFF1236-E776-4065-8DE5-56BE27BEA9C2}" presName="compNode" presStyleCnt="0"/>
      <dgm:spPr/>
    </dgm:pt>
    <dgm:pt modelId="{178425FF-A8D3-418F-BF3C-EB5EB286033B}" type="pres">
      <dgm:prSet presAssocID="{ABFF1236-E776-4065-8DE5-56BE27BEA9C2}" presName="iconBgRect" presStyleLbl="bgShp" presStyleIdx="3" presStyleCnt="6"/>
      <dgm:spPr/>
    </dgm:pt>
    <dgm:pt modelId="{7973A256-F776-4F63-8DE7-EB20911AD827}" type="pres">
      <dgm:prSet presAssocID="{ABFF1236-E776-4065-8DE5-56BE27BEA9C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D78953-BECB-4ADE-88B6-26E009A606E4}" type="pres">
      <dgm:prSet presAssocID="{ABFF1236-E776-4065-8DE5-56BE27BEA9C2}" presName="spaceRect" presStyleCnt="0"/>
      <dgm:spPr/>
    </dgm:pt>
    <dgm:pt modelId="{EB96DB2F-79F9-4972-A72B-3278CE808177}" type="pres">
      <dgm:prSet presAssocID="{ABFF1236-E776-4065-8DE5-56BE27BEA9C2}" presName="textRect" presStyleLbl="revTx" presStyleIdx="3" presStyleCnt="6">
        <dgm:presLayoutVars>
          <dgm:chMax val="1"/>
          <dgm:chPref val="1"/>
        </dgm:presLayoutVars>
      </dgm:prSet>
      <dgm:spPr/>
    </dgm:pt>
    <dgm:pt modelId="{C688846F-E571-4302-90BA-19AE1ABA60B0}" type="pres">
      <dgm:prSet presAssocID="{0B89E6E3-9718-4A83-8E0F-C7A4D1E9F1B7}" presName="sibTrans" presStyleCnt="0"/>
      <dgm:spPr/>
    </dgm:pt>
    <dgm:pt modelId="{180B4D93-8477-46A3-ABFE-016A7F779E6B}" type="pres">
      <dgm:prSet presAssocID="{B0BDD65F-6A6A-41F0-B896-0CCB9CB92587}" presName="compNode" presStyleCnt="0"/>
      <dgm:spPr/>
    </dgm:pt>
    <dgm:pt modelId="{988AD26D-CEE6-4A7D-A3AC-C6BA05018B60}" type="pres">
      <dgm:prSet presAssocID="{B0BDD65F-6A6A-41F0-B896-0CCB9CB92587}" presName="iconBgRect" presStyleLbl="bgShp" presStyleIdx="4" presStyleCnt="6"/>
      <dgm:spPr/>
    </dgm:pt>
    <dgm:pt modelId="{A9B10BB2-4100-4261-B0CE-A38DA4DFC051}" type="pres">
      <dgm:prSet presAssocID="{B0BDD65F-6A6A-41F0-B896-0CCB9CB9258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B6AA7E84-8F42-484E-BB0F-5CEFE2629606}" type="pres">
      <dgm:prSet presAssocID="{B0BDD65F-6A6A-41F0-B896-0CCB9CB92587}" presName="spaceRect" presStyleCnt="0"/>
      <dgm:spPr/>
    </dgm:pt>
    <dgm:pt modelId="{A33E7FE6-A3E9-4397-886A-854579990103}" type="pres">
      <dgm:prSet presAssocID="{B0BDD65F-6A6A-41F0-B896-0CCB9CB92587}" presName="textRect" presStyleLbl="revTx" presStyleIdx="4" presStyleCnt="6">
        <dgm:presLayoutVars>
          <dgm:chMax val="1"/>
          <dgm:chPref val="1"/>
        </dgm:presLayoutVars>
      </dgm:prSet>
      <dgm:spPr/>
    </dgm:pt>
    <dgm:pt modelId="{4D2C4CE4-B9BC-4115-B51E-1FFC413460E5}" type="pres">
      <dgm:prSet presAssocID="{B4353AA5-1DB7-458D-B921-D70AF3E77D55}" presName="sibTrans" presStyleCnt="0"/>
      <dgm:spPr/>
    </dgm:pt>
    <dgm:pt modelId="{598374B2-ECBA-493E-8F37-1184B10F16BF}" type="pres">
      <dgm:prSet presAssocID="{B97D7C68-E1D4-4D93-AD46-69481DB53A24}" presName="compNode" presStyleCnt="0"/>
      <dgm:spPr/>
    </dgm:pt>
    <dgm:pt modelId="{9D9FF8E2-DB83-4875-8892-3F7FAB273314}" type="pres">
      <dgm:prSet presAssocID="{B97D7C68-E1D4-4D93-AD46-69481DB53A24}" presName="iconBgRect" presStyleLbl="bgShp" presStyleIdx="5" presStyleCnt="6"/>
      <dgm:spPr/>
    </dgm:pt>
    <dgm:pt modelId="{7E56F1F0-A13D-4638-913A-B65E1E72110B}" type="pres">
      <dgm:prSet presAssocID="{B97D7C68-E1D4-4D93-AD46-69481DB53A2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A07F3FBF-A0C8-4340-BFBA-A91BD0CF2D52}" type="pres">
      <dgm:prSet presAssocID="{B97D7C68-E1D4-4D93-AD46-69481DB53A24}" presName="spaceRect" presStyleCnt="0"/>
      <dgm:spPr/>
    </dgm:pt>
    <dgm:pt modelId="{2DAF1FB5-CE94-4AE5-B4DE-88BA08DD8CF8}" type="pres">
      <dgm:prSet presAssocID="{B97D7C68-E1D4-4D93-AD46-69481DB53A2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EC69406-6AAE-4011-A940-BC13AFF71DEA}" type="presOf" srcId="{B97D7C68-E1D4-4D93-AD46-69481DB53A24}" destId="{2DAF1FB5-CE94-4AE5-B4DE-88BA08DD8CF8}" srcOrd="0" destOrd="0" presId="urn:microsoft.com/office/officeart/2018/5/layout/IconCircleLabelList"/>
    <dgm:cxn modelId="{7B203B14-E09A-45AF-9C73-57F12AF1EAF1}" type="presOf" srcId="{C0336DB0-CE2A-4F7A-B7EB-0A76423F140F}" destId="{D7A38E10-3436-4B4E-B5A7-83E10059AA5D}" srcOrd="0" destOrd="0" presId="urn:microsoft.com/office/officeart/2018/5/layout/IconCircleLabelList"/>
    <dgm:cxn modelId="{68DFE96C-614A-4E1F-9C3B-E5FC78C56116}" type="presOf" srcId="{B4347D43-301B-45CC-8466-0185C82F30AC}" destId="{68686CED-3702-4671-BD85-F97AF610E234}" srcOrd="0" destOrd="0" presId="urn:microsoft.com/office/officeart/2018/5/layout/IconCircleLabelList"/>
    <dgm:cxn modelId="{71CFF851-1194-43D5-A1C7-CB6C99838054}" type="presOf" srcId="{B0BDD65F-6A6A-41F0-B896-0CCB9CB92587}" destId="{A33E7FE6-A3E9-4397-886A-854579990103}" srcOrd="0" destOrd="0" presId="urn:microsoft.com/office/officeart/2018/5/layout/IconCircleLabelList"/>
    <dgm:cxn modelId="{6B7C6399-CCE4-4506-A3D3-39FA5AC69C31}" type="presOf" srcId="{ABFF1236-E776-4065-8DE5-56BE27BEA9C2}" destId="{EB96DB2F-79F9-4972-A72B-3278CE808177}" srcOrd="0" destOrd="0" presId="urn:microsoft.com/office/officeart/2018/5/layout/IconCircleLabelList"/>
    <dgm:cxn modelId="{E253D9A6-792E-4D6C-BF24-D11AB22A5226}" type="presOf" srcId="{81BE9474-545B-463D-B43D-BB9A2F261479}" destId="{7BCCD663-BA47-4B34-AEB7-9F10F3BC834C}" srcOrd="0" destOrd="0" presId="urn:microsoft.com/office/officeart/2018/5/layout/IconCircleLabelList"/>
    <dgm:cxn modelId="{75C6ECB4-79AA-4037-B2C2-93BFD73D5511}" srcId="{81BE9474-545B-463D-B43D-BB9A2F261479}" destId="{ABFF1236-E776-4065-8DE5-56BE27BEA9C2}" srcOrd="3" destOrd="0" parTransId="{3AE846AF-9C5D-4702-B5E9-09D2EF39755D}" sibTransId="{0B89E6E3-9718-4A83-8E0F-C7A4D1E9F1B7}"/>
    <dgm:cxn modelId="{793879C0-55ED-4DBA-919A-0A23C5023CB2}" srcId="{81BE9474-545B-463D-B43D-BB9A2F261479}" destId="{B0BDD65F-6A6A-41F0-B896-0CCB9CB92587}" srcOrd="4" destOrd="0" parTransId="{6C31E011-25E9-480F-BECE-B2F19448E861}" sibTransId="{B4353AA5-1DB7-458D-B921-D70AF3E77D55}"/>
    <dgm:cxn modelId="{485EADC0-85CC-4D06-9E78-BA13F6C41117}" srcId="{81BE9474-545B-463D-B43D-BB9A2F261479}" destId="{B4347D43-301B-45CC-8466-0185C82F30AC}" srcOrd="0" destOrd="0" parTransId="{BE097F97-4666-48B5-A4F6-4A1879B380FB}" sibTransId="{DB00BF7A-7C65-46BD-8FBE-64EB3BAAA3E0}"/>
    <dgm:cxn modelId="{9073E6CF-C418-42BC-AE30-2AE81318B047}" srcId="{81BE9474-545B-463D-B43D-BB9A2F261479}" destId="{C0336DB0-CE2A-4F7A-B7EB-0A76423F140F}" srcOrd="2" destOrd="0" parTransId="{55E0045B-B3D2-4C63-B7A5-D1FF3C49FE4E}" sibTransId="{E2715100-9A8D-4F62-9098-C506CC8AF9BA}"/>
    <dgm:cxn modelId="{D62788DE-55B3-47C0-BCA9-9180C3A29EE1}" srcId="{81BE9474-545B-463D-B43D-BB9A2F261479}" destId="{B97D7C68-E1D4-4D93-AD46-69481DB53A24}" srcOrd="5" destOrd="0" parTransId="{C2EA1267-2D1C-43F3-8C59-420E2F4E705F}" sibTransId="{672D518B-9C26-40A8-96A7-BC491E2A7A44}"/>
    <dgm:cxn modelId="{23C9D8F0-5A8B-4E66-AB9D-EA5711C2FC38}" srcId="{81BE9474-545B-463D-B43D-BB9A2F261479}" destId="{19FD7F4F-90EF-4EED-A71D-BA4C0DADC6EF}" srcOrd="1" destOrd="0" parTransId="{FF675E17-7588-4037-A3DE-63EABF6EED98}" sibTransId="{D787997B-7634-46C8-8BFC-25348F2DA1C2}"/>
    <dgm:cxn modelId="{F0BEC1FF-D1B9-486F-8E83-1EA377458437}" type="presOf" srcId="{19FD7F4F-90EF-4EED-A71D-BA4C0DADC6EF}" destId="{5E87E5E7-8CBE-4471-B338-9A276CD72A78}" srcOrd="0" destOrd="0" presId="urn:microsoft.com/office/officeart/2018/5/layout/IconCircleLabelList"/>
    <dgm:cxn modelId="{87C6D71B-61C8-495D-8DB1-422E9828C88F}" type="presParOf" srcId="{7BCCD663-BA47-4B34-AEB7-9F10F3BC834C}" destId="{5B34B801-3698-4A0F-9349-E9AC92A57646}" srcOrd="0" destOrd="0" presId="urn:microsoft.com/office/officeart/2018/5/layout/IconCircleLabelList"/>
    <dgm:cxn modelId="{11040120-8C6E-47F4-B24E-E26B1598E914}" type="presParOf" srcId="{5B34B801-3698-4A0F-9349-E9AC92A57646}" destId="{B3775A15-FAC3-4901-891D-90839B01054A}" srcOrd="0" destOrd="0" presId="urn:microsoft.com/office/officeart/2018/5/layout/IconCircleLabelList"/>
    <dgm:cxn modelId="{06CE8D6E-0243-4221-95A8-FD17FF269E42}" type="presParOf" srcId="{5B34B801-3698-4A0F-9349-E9AC92A57646}" destId="{24EA094A-F179-4114-9C7D-13AAA20B6951}" srcOrd="1" destOrd="0" presId="urn:microsoft.com/office/officeart/2018/5/layout/IconCircleLabelList"/>
    <dgm:cxn modelId="{FDF765A9-138F-4313-9A5E-E75968273EEA}" type="presParOf" srcId="{5B34B801-3698-4A0F-9349-E9AC92A57646}" destId="{8502DA24-5AF8-483D-9CF4-F4337E2D1943}" srcOrd="2" destOrd="0" presId="urn:microsoft.com/office/officeart/2018/5/layout/IconCircleLabelList"/>
    <dgm:cxn modelId="{16B265AE-367B-40D5-9133-800ECD6C431A}" type="presParOf" srcId="{5B34B801-3698-4A0F-9349-E9AC92A57646}" destId="{68686CED-3702-4671-BD85-F97AF610E234}" srcOrd="3" destOrd="0" presId="urn:microsoft.com/office/officeart/2018/5/layout/IconCircleLabelList"/>
    <dgm:cxn modelId="{A9956A48-77F7-4991-8891-3CADE13ABB8A}" type="presParOf" srcId="{7BCCD663-BA47-4B34-AEB7-9F10F3BC834C}" destId="{FBAF40A7-0DA3-4835-A80D-819D681D9891}" srcOrd="1" destOrd="0" presId="urn:microsoft.com/office/officeart/2018/5/layout/IconCircleLabelList"/>
    <dgm:cxn modelId="{323F8CF8-0FC3-4F3E-BF71-4F79AC683501}" type="presParOf" srcId="{7BCCD663-BA47-4B34-AEB7-9F10F3BC834C}" destId="{6B549C6C-22D0-40F9-8350-4582F2429875}" srcOrd="2" destOrd="0" presId="urn:microsoft.com/office/officeart/2018/5/layout/IconCircleLabelList"/>
    <dgm:cxn modelId="{94A399DF-4B98-4C9F-A523-B97B55F32A5D}" type="presParOf" srcId="{6B549C6C-22D0-40F9-8350-4582F2429875}" destId="{691D4754-53C5-451D-A623-4992E8D239C9}" srcOrd="0" destOrd="0" presId="urn:microsoft.com/office/officeart/2018/5/layout/IconCircleLabelList"/>
    <dgm:cxn modelId="{5CC4548A-AA16-4EA4-8F38-0D563FC9AAEE}" type="presParOf" srcId="{6B549C6C-22D0-40F9-8350-4582F2429875}" destId="{1F93D6D7-A2B3-4735-AD98-4C175844C5CD}" srcOrd="1" destOrd="0" presId="urn:microsoft.com/office/officeart/2018/5/layout/IconCircleLabelList"/>
    <dgm:cxn modelId="{DA954FB0-5644-45E8-A029-00DB2EB52303}" type="presParOf" srcId="{6B549C6C-22D0-40F9-8350-4582F2429875}" destId="{11426098-1698-422F-94BB-CB51EA8B59BF}" srcOrd="2" destOrd="0" presId="urn:microsoft.com/office/officeart/2018/5/layout/IconCircleLabelList"/>
    <dgm:cxn modelId="{4C764BD8-83AD-4FE1-87FF-186372F1C46F}" type="presParOf" srcId="{6B549C6C-22D0-40F9-8350-4582F2429875}" destId="{5E87E5E7-8CBE-4471-B338-9A276CD72A78}" srcOrd="3" destOrd="0" presId="urn:microsoft.com/office/officeart/2018/5/layout/IconCircleLabelList"/>
    <dgm:cxn modelId="{603FD9AE-DF34-4038-A580-12B67A8EC986}" type="presParOf" srcId="{7BCCD663-BA47-4B34-AEB7-9F10F3BC834C}" destId="{FEA0EBA9-E812-4D54-A131-F54A4578A8E9}" srcOrd="3" destOrd="0" presId="urn:microsoft.com/office/officeart/2018/5/layout/IconCircleLabelList"/>
    <dgm:cxn modelId="{7A3A6434-1744-43F4-9AA9-AE549ABBE257}" type="presParOf" srcId="{7BCCD663-BA47-4B34-AEB7-9F10F3BC834C}" destId="{7E513E8A-1692-431D-BA2B-29BE3355C667}" srcOrd="4" destOrd="0" presId="urn:microsoft.com/office/officeart/2018/5/layout/IconCircleLabelList"/>
    <dgm:cxn modelId="{9B9F6EFD-368F-4B9F-ADB5-33825824CE66}" type="presParOf" srcId="{7E513E8A-1692-431D-BA2B-29BE3355C667}" destId="{2459B132-9F2B-421B-B214-B6983FF98CA8}" srcOrd="0" destOrd="0" presId="urn:microsoft.com/office/officeart/2018/5/layout/IconCircleLabelList"/>
    <dgm:cxn modelId="{62717D1C-768C-491F-8771-94FF2E53B952}" type="presParOf" srcId="{7E513E8A-1692-431D-BA2B-29BE3355C667}" destId="{B2D3C989-1BCB-41CD-921A-19B154723E51}" srcOrd="1" destOrd="0" presId="urn:microsoft.com/office/officeart/2018/5/layout/IconCircleLabelList"/>
    <dgm:cxn modelId="{1C90940C-EA41-427F-8D9B-BB624CA4B8F0}" type="presParOf" srcId="{7E513E8A-1692-431D-BA2B-29BE3355C667}" destId="{52FBA858-9A96-45DD-AFA1-0664A01468B2}" srcOrd="2" destOrd="0" presId="urn:microsoft.com/office/officeart/2018/5/layout/IconCircleLabelList"/>
    <dgm:cxn modelId="{643C2057-AE88-4665-8F04-EE14CEC5E01D}" type="presParOf" srcId="{7E513E8A-1692-431D-BA2B-29BE3355C667}" destId="{D7A38E10-3436-4B4E-B5A7-83E10059AA5D}" srcOrd="3" destOrd="0" presId="urn:microsoft.com/office/officeart/2018/5/layout/IconCircleLabelList"/>
    <dgm:cxn modelId="{FF6ADD7B-068D-49E5-A2E3-8A52F1DF0446}" type="presParOf" srcId="{7BCCD663-BA47-4B34-AEB7-9F10F3BC834C}" destId="{4A34974D-EA1B-44AA-B6D2-9B134C5178DF}" srcOrd="5" destOrd="0" presId="urn:microsoft.com/office/officeart/2018/5/layout/IconCircleLabelList"/>
    <dgm:cxn modelId="{2BA941E3-001D-4DA0-9B72-2021E7810F3C}" type="presParOf" srcId="{7BCCD663-BA47-4B34-AEB7-9F10F3BC834C}" destId="{3A404949-CAB4-4B0E-B792-F2FFEAE1D388}" srcOrd="6" destOrd="0" presId="urn:microsoft.com/office/officeart/2018/5/layout/IconCircleLabelList"/>
    <dgm:cxn modelId="{9DC9E6EF-D46E-4395-84C9-7F239D317FB4}" type="presParOf" srcId="{3A404949-CAB4-4B0E-B792-F2FFEAE1D388}" destId="{178425FF-A8D3-418F-BF3C-EB5EB286033B}" srcOrd="0" destOrd="0" presId="urn:microsoft.com/office/officeart/2018/5/layout/IconCircleLabelList"/>
    <dgm:cxn modelId="{4D3C1482-E095-4F2D-B061-33D3429167A0}" type="presParOf" srcId="{3A404949-CAB4-4B0E-B792-F2FFEAE1D388}" destId="{7973A256-F776-4F63-8DE7-EB20911AD827}" srcOrd="1" destOrd="0" presId="urn:microsoft.com/office/officeart/2018/5/layout/IconCircleLabelList"/>
    <dgm:cxn modelId="{F65E3244-964D-4F1E-AE50-4C0155EB1A04}" type="presParOf" srcId="{3A404949-CAB4-4B0E-B792-F2FFEAE1D388}" destId="{39D78953-BECB-4ADE-88B6-26E009A606E4}" srcOrd="2" destOrd="0" presId="urn:microsoft.com/office/officeart/2018/5/layout/IconCircleLabelList"/>
    <dgm:cxn modelId="{ACE8CDA4-DFC1-4E96-9CAD-002269E4F8CB}" type="presParOf" srcId="{3A404949-CAB4-4B0E-B792-F2FFEAE1D388}" destId="{EB96DB2F-79F9-4972-A72B-3278CE808177}" srcOrd="3" destOrd="0" presId="urn:microsoft.com/office/officeart/2018/5/layout/IconCircleLabelList"/>
    <dgm:cxn modelId="{F84D5084-69DD-41C4-AF1C-1E8053267A36}" type="presParOf" srcId="{7BCCD663-BA47-4B34-AEB7-9F10F3BC834C}" destId="{C688846F-E571-4302-90BA-19AE1ABA60B0}" srcOrd="7" destOrd="0" presId="urn:microsoft.com/office/officeart/2018/5/layout/IconCircleLabelList"/>
    <dgm:cxn modelId="{E193EA03-E2F0-47B1-9FCB-27773FF08EF5}" type="presParOf" srcId="{7BCCD663-BA47-4B34-AEB7-9F10F3BC834C}" destId="{180B4D93-8477-46A3-ABFE-016A7F779E6B}" srcOrd="8" destOrd="0" presId="urn:microsoft.com/office/officeart/2018/5/layout/IconCircleLabelList"/>
    <dgm:cxn modelId="{31A08888-5046-4D1C-BB58-4B7483F6EA3F}" type="presParOf" srcId="{180B4D93-8477-46A3-ABFE-016A7F779E6B}" destId="{988AD26D-CEE6-4A7D-A3AC-C6BA05018B60}" srcOrd="0" destOrd="0" presId="urn:microsoft.com/office/officeart/2018/5/layout/IconCircleLabelList"/>
    <dgm:cxn modelId="{72403D58-B12D-497B-A1B1-5306697FC2EF}" type="presParOf" srcId="{180B4D93-8477-46A3-ABFE-016A7F779E6B}" destId="{A9B10BB2-4100-4261-B0CE-A38DA4DFC051}" srcOrd="1" destOrd="0" presId="urn:microsoft.com/office/officeart/2018/5/layout/IconCircleLabelList"/>
    <dgm:cxn modelId="{0E521003-620A-4813-986A-E39B1E4FD213}" type="presParOf" srcId="{180B4D93-8477-46A3-ABFE-016A7F779E6B}" destId="{B6AA7E84-8F42-484E-BB0F-5CEFE2629606}" srcOrd="2" destOrd="0" presId="urn:microsoft.com/office/officeart/2018/5/layout/IconCircleLabelList"/>
    <dgm:cxn modelId="{B51BD555-D0D9-46D2-9193-D288520E392A}" type="presParOf" srcId="{180B4D93-8477-46A3-ABFE-016A7F779E6B}" destId="{A33E7FE6-A3E9-4397-886A-854579990103}" srcOrd="3" destOrd="0" presId="urn:microsoft.com/office/officeart/2018/5/layout/IconCircleLabelList"/>
    <dgm:cxn modelId="{62C37AFD-8804-4B77-981B-A46AE99E7AB7}" type="presParOf" srcId="{7BCCD663-BA47-4B34-AEB7-9F10F3BC834C}" destId="{4D2C4CE4-B9BC-4115-B51E-1FFC413460E5}" srcOrd="9" destOrd="0" presId="urn:microsoft.com/office/officeart/2018/5/layout/IconCircleLabelList"/>
    <dgm:cxn modelId="{E1421DC2-F55E-487F-BCF7-C977C0DFC653}" type="presParOf" srcId="{7BCCD663-BA47-4B34-AEB7-9F10F3BC834C}" destId="{598374B2-ECBA-493E-8F37-1184B10F16BF}" srcOrd="10" destOrd="0" presId="urn:microsoft.com/office/officeart/2018/5/layout/IconCircleLabelList"/>
    <dgm:cxn modelId="{33654731-93EF-400B-A6AA-EC7BD2FB5F93}" type="presParOf" srcId="{598374B2-ECBA-493E-8F37-1184B10F16BF}" destId="{9D9FF8E2-DB83-4875-8892-3F7FAB273314}" srcOrd="0" destOrd="0" presId="urn:microsoft.com/office/officeart/2018/5/layout/IconCircleLabelList"/>
    <dgm:cxn modelId="{BB06FD0D-1F41-4883-A70B-AF41C926C660}" type="presParOf" srcId="{598374B2-ECBA-493E-8F37-1184B10F16BF}" destId="{7E56F1F0-A13D-4638-913A-B65E1E72110B}" srcOrd="1" destOrd="0" presId="urn:microsoft.com/office/officeart/2018/5/layout/IconCircleLabelList"/>
    <dgm:cxn modelId="{878C9EB0-84FD-441E-BEF7-3DE681E89D67}" type="presParOf" srcId="{598374B2-ECBA-493E-8F37-1184B10F16BF}" destId="{A07F3FBF-A0C8-4340-BFBA-A91BD0CF2D52}" srcOrd="2" destOrd="0" presId="urn:microsoft.com/office/officeart/2018/5/layout/IconCircleLabelList"/>
    <dgm:cxn modelId="{2099470F-1149-4A3F-8768-161A9655006B}" type="presParOf" srcId="{598374B2-ECBA-493E-8F37-1184B10F16BF}" destId="{2DAF1FB5-CE94-4AE5-B4DE-88BA08DD8CF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673C60-74ED-40FA-BEF2-36BFDEEDC8E6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534C2B-A8CE-41A8-87F5-642CAF7F0270}">
      <dgm:prSet/>
      <dgm:spPr/>
      <dgm:t>
        <a:bodyPr/>
        <a:lstStyle/>
        <a:p>
          <a:r>
            <a:rPr lang="en-US"/>
            <a:t>Challenge:</a:t>
          </a:r>
        </a:p>
      </dgm:t>
    </dgm:pt>
    <dgm:pt modelId="{C2F0ED35-6F88-4296-A243-A0EED58AE649}" type="parTrans" cxnId="{ECFBBD8E-590E-4596-8829-8AC71EC49DF5}">
      <dgm:prSet/>
      <dgm:spPr/>
      <dgm:t>
        <a:bodyPr/>
        <a:lstStyle/>
        <a:p>
          <a:endParaRPr lang="en-US"/>
        </a:p>
      </dgm:t>
    </dgm:pt>
    <dgm:pt modelId="{1FF7B09F-32B6-440B-9828-E7B5BE6EAE9D}" type="sibTrans" cxnId="{ECFBBD8E-590E-4596-8829-8AC71EC49DF5}">
      <dgm:prSet/>
      <dgm:spPr/>
      <dgm:t>
        <a:bodyPr/>
        <a:lstStyle/>
        <a:p>
          <a:endParaRPr lang="en-US"/>
        </a:p>
      </dgm:t>
    </dgm:pt>
    <dgm:pt modelId="{EA9D7D35-CC8F-4F62-B4C1-96A4955928A8}">
      <dgm:prSet/>
      <dgm:spPr/>
      <dgm:t>
        <a:bodyPr/>
        <a:lstStyle/>
        <a:p>
          <a:r>
            <a:rPr lang="en-US"/>
            <a:t>• Users may enter unexpected inputs</a:t>
          </a:r>
        </a:p>
      </dgm:t>
    </dgm:pt>
    <dgm:pt modelId="{DA225AD6-9AE2-4CDB-87DB-B0FE9A61071E}" type="parTrans" cxnId="{AD5D1D1A-ED42-4B24-9693-6CFE8E732A1A}">
      <dgm:prSet/>
      <dgm:spPr/>
      <dgm:t>
        <a:bodyPr/>
        <a:lstStyle/>
        <a:p>
          <a:endParaRPr lang="en-US"/>
        </a:p>
      </dgm:t>
    </dgm:pt>
    <dgm:pt modelId="{E1A29142-832E-4BD3-A4DE-2882E9ED3A44}" type="sibTrans" cxnId="{AD5D1D1A-ED42-4B24-9693-6CFE8E732A1A}">
      <dgm:prSet/>
      <dgm:spPr/>
      <dgm:t>
        <a:bodyPr/>
        <a:lstStyle/>
        <a:p>
          <a:endParaRPr lang="en-US"/>
        </a:p>
      </dgm:t>
    </dgm:pt>
    <dgm:pt modelId="{E31A4E83-3DA9-45DD-B711-EFCDBA4E6B43}">
      <dgm:prSet/>
      <dgm:spPr/>
      <dgm:t>
        <a:bodyPr/>
        <a:lstStyle/>
        <a:p>
          <a:r>
            <a:rPr lang="en-US"/>
            <a:t>Solution:</a:t>
          </a:r>
        </a:p>
      </dgm:t>
    </dgm:pt>
    <dgm:pt modelId="{801847DE-8832-4788-AC86-02B7734AA91A}" type="parTrans" cxnId="{C0DE6E35-94B9-4B8A-99BD-F55B4EC161BB}">
      <dgm:prSet/>
      <dgm:spPr/>
      <dgm:t>
        <a:bodyPr/>
        <a:lstStyle/>
        <a:p>
          <a:endParaRPr lang="en-US"/>
        </a:p>
      </dgm:t>
    </dgm:pt>
    <dgm:pt modelId="{B6D9C02D-4ECD-4FD5-84F3-E2B740A17C0E}" type="sibTrans" cxnId="{C0DE6E35-94B9-4B8A-99BD-F55B4EC161BB}">
      <dgm:prSet/>
      <dgm:spPr/>
      <dgm:t>
        <a:bodyPr/>
        <a:lstStyle/>
        <a:p>
          <a:endParaRPr lang="en-US"/>
        </a:p>
      </dgm:t>
    </dgm:pt>
    <dgm:pt modelId="{0E15FA97-33AD-42BC-8EC3-1FCA42EFDD25}">
      <dgm:prSet/>
      <dgm:spPr/>
      <dgm:t>
        <a:bodyPr/>
        <a:lstStyle/>
        <a:p>
          <a:r>
            <a:rPr lang="en-US"/>
            <a:t>• Restricted slot values (A, B, C)</a:t>
          </a:r>
        </a:p>
      </dgm:t>
    </dgm:pt>
    <dgm:pt modelId="{CDB29FF3-68A8-425D-90AE-5A3039276848}" type="parTrans" cxnId="{837F2494-31DB-4FF7-A5B3-796A6C658D37}">
      <dgm:prSet/>
      <dgm:spPr/>
      <dgm:t>
        <a:bodyPr/>
        <a:lstStyle/>
        <a:p>
          <a:endParaRPr lang="en-US"/>
        </a:p>
      </dgm:t>
    </dgm:pt>
    <dgm:pt modelId="{1C5ECF76-9CD0-47F9-928D-EADC91A6A775}" type="sibTrans" cxnId="{837F2494-31DB-4FF7-A5B3-796A6C658D37}">
      <dgm:prSet/>
      <dgm:spPr/>
      <dgm:t>
        <a:bodyPr/>
        <a:lstStyle/>
        <a:p>
          <a:endParaRPr lang="en-US"/>
        </a:p>
      </dgm:t>
    </dgm:pt>
    <dgm:pt modelId="{ED203527-F1B5-4AD6-8F58-7FFDE624212A}">
      <dgm:prSet/>
      <dgm:spPr/>
      <dgm:t>
        <a:bodyPr/>
        <a:lstStyle/>
        <a:p>
          <a:r>
            <a:rPr lang="en-US"/>
            <a:t>• Used synonyms for better understanding</a:t>
          </a:r>
        </a:p>
      </dgm:t>
    </dgm:pt>
    <dgm:pt modelId="{CB68FB1D-C3EA-40FE-90F8-CD64635C8127}" type="parTrans" cxnId="{E354F8CE-2DE1-42F6-A71C-CF70872154C6}">
      <dgm:prSet/>
      <dgm:spPr/>
      <dgm:t>
        <a:bodyPr/>
        <a:lstStyle/>
        <a:p>
          <a:endParaRPr lang="en-US"/>
        </a:p>
      </dgm:t>
    </dgm:pt>
    <dgm:pt modelId="{1B8B6507-2F7B-4273-8803-C14DB9C41862}" type="sibTrans" cxnId="{E354F8CE-2DE1-42F6-A71C-CF70872154C6}">
      <dgm:prSet/>
      <dgm:spPr/>
      <dgm:t>
        <a:bodyPr/>
        <a:lstStyle/>
        <a:p>
          <a:endParaRPr lang="en-US"/>
        </a:p>
      </dgm:t>
    </dgm:pt>
    <dgm:pt modelId="{EDA90197-4CFD-4E2C-B259-5E5ABB364CF0}">
      <dgm:prSet/>
      <dgm:spPr/>
      <dgm:t>
        <a:bodyPr/>
        <a:lstStyle/>
        <a:p>
          <a:r>
            <a:rPr lang="en-US"/>
            <a:t>Challenge:</a:t>
          </a:r>
        </a:p>
      </dgm:t>
    </dgm:pt>
    <dgm:pt modelId="{FBCA764F-1878-448F-8DC5-7D43A9C1E8B5}" type="parTrans" cxnId="{C71C7634-6F37-49D9-8869-7FA4ACA3F5FC}">
      <dgm:prSet/>
      <dgm:spPr/>
      <dgm:t>
        <a:bodyPr/>
        <a:lstStyle/>
        <a:p>
          <a:endParaRPr lang="en-US"/>
        </a:p>
      </dgm:t>
    </dgm:pt>
    <dgm:pt modelId="{574D0D64-C39C-41A9-AE62-CBD0CF6F12BC}" type="sibTrans" cxnId="{C71C7634-6F37-49D9-8869-7FA4ACA3F5FC}">
      <dgm:prSet/>
      <dgm:spPr/>
      <dgm:t>
        <a:bodyPr/>
        <a:lstStyle/>
        <a:p>
          <a:endParaRPr lang="en-US"/>
        </a:p>
      </dgm:t>
    </dgm:pt>
    <dgm:pt modelId="{7D212659-2062-4840-B5D0-36C8BFEB1F9E}">
      <dgm:prSet/>
      <dgm:spPr/>
      <dgm:t>
        <a:bodyPr/>
        <a:lstStyle/>
        <a:p>
          <a:r>
            <a:rPr lang="en-US"/>
            <a:t>• Making interaction user-friendly</a:t>
          </a:r>
        </a:p>
      </dgm:t>
    </dgm:pt>
    <dgm:pt modelId="{71B800F3-4D26-4EB1-A764-4E3D5D6FADEC}" type="parTrans" cxnId="{03E5F80C-7341-4082-91E2-7E497E23CA07}">
      <dgm:prSet/>
      <dgm:spPr/>
      <dgm:t>
        <a:bodyPr/>
        <a:lstStyle/>
        <a:p>
          <a:endParaRPr lang="en-US"/>
        </a:p>
      </dgm:t>
    </dgm:pt>
    <dgm:pt modelId="{495CFCF2-F56A-49C0-9794-AAABC4968324}" type="sibTrans" cxnId="{03E5F80C-7341-4082-91E2-7E497E23CA07}">
      <dgm:prSet/>
      <dgm:spPr/>
      <dgm:t>
        <a:bodyPr/>
        <a:lstStyle/>
        <a:p>
          <a:endParaRPr lang="en-US"/>
        </a:p>
      </dgm:t>
    </dgm:pt>
    <dgm:pt modelId="{B797A318-9ABD-44D9-8322-F4E5F0A238E4}">
      <dgm:prSet/>
      <dgm:spPr/>
      <dgm:t>
        <a:bodyPr/>
        <a:lstStyle/>
        <a:p>
          <a:r>
            <a:rPr lang="en-US"/>
            <a:t>Solution:</a:t>
          </a:r>
        </a:p>
      </dgm:t>
    </dgm:pt>
    <dgm:pt modelId="{3D323EF7-E6C7-4C5D-8815-61EFB4FFD5A1}" type="parTrans" cxnId="{1ADD0238-D598-452E-BDFF-EF4F0F1C5A27}">
      <dgm:prSet/>
      <dgm:spPr/>
      <dgm:t>
        <a:bodyPr/>
        <a:lstStyle/>
        <a:p>
          <a:endParaRPr lang="en-US"/>
        </a:p>
      </dgm:t>
    </dgm:pt>
    <dgm:pt modelId="{47297969-6173-4FBA-9F59-9CB90A46AC7B}" type="sibTrans" cxnId="{1ADD0238-D598-452E-BDFF-EF4F0F1C5A27}">
      <dgm:prSet/>
      <dgm:spPr/>
      <dgm:t>
        <a:bodyPr/>
        <a:lstStyle/>
        <a:p>
          <a:endParaRPr lang="en-US"/>
        </a:p>
      </dgm:t>
    </dgm:pt>
    <dgm:pt modelId="{E5074BFB-1329-485A-9DB1-63A57577BADB}">
      <dgm:prSet/>
      <dgm:spPr/>
      <dgm:t>
        <a:bodyPr/>
        <a:lstStyle/>
        <a:p>
          <a:r>
            <a:rPr lang="en-US"/>
            <a:t>• Used buttons (response cards)</a:t>
          </a:r>
        </a:p>
      </dgm:t>
    </dgm:pt>
    <dgm:pt modelId="{373ABE57-6EC1-4B86-A193-82C02E3C7ACF}" type="parTrans" cxnId="{7EB3047A-20B5-4800-B23F-FB84C247BD4B}">
      <dgm:prSet/>
      <dgm:spPr/>
      <dgm:t>
        <a:bodyPr/>
        <a:lstStyle/>
        <a:p>
          <a:endParaRPr lang="en-US"/>
        </a:p>
      </dgm:t>
    </dgm:pt>
    <dgm:pt modelId="{A915633C-D82B-4881-A456-9D77845F4E4E}" type="sibTrans" cxnId="{7EB3047A-20B5-4800-B23F-FB84C247BD4B}">
      <dgm:prSet/>
      <dgm:spPr/>
      <dgm:t>
        <a:bodyPr/>
        <a:lstStyle/>
        <a:p>
          <a:endParaRPr lang="en-US"/>
        </a:p>
      </dgm:t>
    </dgm:pt>
    <dgm:pt modelId="{C6118431-1852-4122-9C72-A69ED90DB036}" type="pres">
      <dgm:prSet presAssocID="{F3673C60-74ED-40FA-BEF2-36BFDEEDC8E6}" presName="Name0" presStyleCnt="0">
        <dgm:presLayoutVars>
          <dgm:dir/>
          <dgm:resizeHandles val="exact"/>
        </dgm:presLayoutVars>
      </dgm:prSet>
      <dgm:spPr/>
    </dgm:pt>
    <dgm:pt modelId="{E15A543C-5F0F-4D58-A032-CF0F869F3951}" type="pres">
      <dgm:prSet presAssocID="{F3673C60-74ED-40FA-BEF2-36BFDEEDC8E6}" presName="cycle" presStyleCnt="0"/>
      <dgm:spPr/>
    </dgm:pt>
    <dgm:pt modelId="{068DD13C-8E41-4FA2-B514-F62CC167B651}" type="pres">
      <dgm:prSet presAssocID="{18534C2B-A8CE-41A8-87F5-642CAF7F0270}" presName="nodeFirstNode" presStyleLbl="node1" presStyleIdx="0" presStyleCnt="9">
        <dgm:presLayoutVars>
          <dgm:bulletEnabled val="1"/>
        </dgm:presLayoutVars>
      </dgm:prSet>
      <dgm:spPr/>
    </dgm:pt>
    <dgm:pt modelId="{591E1B25-1B8C-4F67-9FB5-B569C20CA91A}" type="pres">
      <dgm:prSet presAssocID="{1FF7B09F-32B6-440B-9828-E7B5BE6EAE9D}" presName="sibTransFirstNode" presStyleLbl="bgShp" presStyleIdx="0" presStyleCnt="1"/>
      <dgm:spPr/>
    </dgm:pt>
    <dgm:pt modelId="{2E3B2107-2633-47A2-8219-6096E6161273}" type="pres">
      <dgm:prSet presAssocID="{EA9D7D35-CC8F-4F62-B4C1-96A4955928A8}" presName="nodeFollowingNodes" presStyleLbl="node1" presStyleIdx="1" presStyleCnt="9">
        <dgm:presLayoutVars>
          <dgm:bulletEnabled val="1"/>
        </dgm:presLayoutVars>
      </dgm:prSet>
      <dgm:spPr/>
    </dgm:pt>
    <dgm:pt modelId="{74CADBD0-C922-459C-8969-8BC1246A4BB6}" type="pres">
      <dgm:prSet presAssocID="{E31A4E83-3DA9-45DD-B711-EFCDBA4E6B43}" presName="nodeFollowingNodes" presStyleLbl="node1" presStyleIdx="2" presStyleCnt="9">
        <dgm:presLayoutVars>
          <dgm:bulletEnabled val="1"/>
        </dgm:presLayoutVars>
      </dgm:prSet>
      <dgm:spPr/>
    </dgm:pt>
    <dgm:pt modelId="{930EB298-755B-4B37-A9DE-B9A691CD6FCB}" type="pres">
      <dgm:prSet presAssocID="{0E15FA97-33AD-42BC-8EC3-1FCA42EFDD25}" presName="nodeFollowingNodes" presStyleLbl="node1" presStyleIdx="3" presStyleCnt="9">
        <dgm:presLayoutVars>
          <dgm:bulletEnabled val="1"/>
        </dgm:presLayoutVars>
      </dgm:prSet>
      <dgm:spPr/>
    </dgm:pt>
    <dgm:pt modelId="{61A56F6A-097E-4BE3-BAFA-E9C7F99D509E}" type="pres">
      <dgm:prSet presAssocID="{ED203527-F1B5-4AD6-8F58-7FFDE624212A}" presName="nodeFollowingNodes" presStyleLbl="node1" presStyleIdx="4" presStyleCnt="9">
        <dgm:presLayoutVars>
          <dgm:bulletEnabled val="1"/>
        </dgm:presLayoutVars>
      </dgm:prSet>
      <dgm:spPr/>
    </dgm:pt>
    <dgm:pt modelId="{561DD16D-8B99-46D3-829C-0EAFA4466A09}" type="pres">
      <dgm:prSet presAssocID="{EDA90197-4CFD-4E2C-B259-5E5ABB364CF0}" presName="nodeFollowingNodes" presStyleLbl="node1" presStyleIdx="5" presStyleCnt="9">
        <dgm:presLayoutVars>
          <dgm:bulletEnabled val="1"/>
        </dgm:presLayoutVars>
      </dgm:prSet>
      <dgm:spPr/>
    </dgm:pt>
    <dgm:pt modelId="{F9A06CC4-E436-4BC9-B082-4C304F68F906}" type="pres">
      <dgm:prSet presAssocID="{7D212659-2062-4840-B5D0-36C8BFEB1F9E}" presName="nodeFollowingNodes" presStyleLbl="node1" presStyleIdx="6" presStyleCnt="9">
        <dgm:presLayoutVars>
          <dgm:bulletEnabled val="1"/>
        </dgm:presLayoutVars>
      </dgm:prSet>
      <dgm:spPr/>
    </dgm:pt>
    <dgm:pt modelId="{DC541F60-5BD9-43E0-BD91-666EB96D68BE}" type="pres">
      <dgm:prSet presAssocID="{B797A318-9ABD-44D9-8322-F4E5F0A238E4}" presName="nodeFollowingNodes" presStyleLbl="node1" presStyleIdx="7" presStyleCnt="9">
        <dgm:presLayoutVars>
          <dgm:bulletEnabled val="1"/>
        </dgm:presLayoutVars>
      </dgm:prSet>
      <dgm:spPr/>
    </dgm:pt>
    <dgm:pt modelId="{E262050F-F4DC-471A-8074-25949DE55B98}" type="pres">
      <dgm:prSet presAssocID="{E5074BFB-1329-485A-9DB1-63A57577BADB}" presName="nodeFollowingNodes" presStyleLbl="node1" presStyleIdx="8" presStyleCnt="9">
        <dgm:presLayoutVars>
          <dgm:bulletEnabled val="1"/>
        </dgm:presLayoutVars>
      </dgm:prSet>
      <dgm:spPr/>
    </dgm:pt>
  </dgm:ptLst>
  <dgm:cxnLst>
    <dgm:cxn modelId="{03E5F80C-7341-4082-91E2-7E497E23CA07}" srcId="{F3673C60-74ED-40FA-BEF2-36BFDEEDC8E6}" destId="{7D212659-2062-4840-B5D0-36C8BFEB1F9E}" srcOrd="6" destOrd="0" parTransId="{71B800F3-4D26-4EB1-A764-4E3D5D6FADEC}" sibTransId="{495CFCF2-F56A-49C0-9794-AAABC4968324}"/>
    <dgm:cxn modelId="{AD5D1D1A-ED42-4B24-9693-6CFE8E732A1A}" srcId="{F3673C60-74ED-40FA-BEF2-36BFDEEDC8E6}" destId="{EA9D7D35-CC8F-4F62-B4C1-96A4955928A8}" srcOrd="1" destOrd="0" parTransId="{DA225AD6-9AE2-4CDB-87DB-B0FE9A61071E}" sibTransId="{E1A29142-832E-4BD3-A4DE-2882E9ED3A44}"/>
    <dgm:cxn modelId="{29A22C29-5F8A-4AD7-916D-91D86E4D8EE2}" type="presOf" srcId="{18534C2B-A8CE-41A8-87F5-642CAF7F0270}" destId="{068DD13C-8E41-4FA2-B514-F62CC167B651}" srcOrd="0" destOrd="0" presId="urn:microsoft.com/office/officeart/2005/8/layout/cycle3"/>
    <dgm:cxn modelId="{C71C7634-6F37-49D9-8869-7FA4ACA3F5FC}" srcId="{F3673C60-74ED-40FA-BEF2-36BFDEEDC8E6}" destId="{EDA90197-4CFD-4E2C-B259-5E5ABB364CF0}" srcOrd="5" destOrd="0" parTransId="{FBCA764F-1878-448F-8DC5-7D43A9C1E8B5}" sibTransId="{574D0D64-C39C-41A9-AE62-CBD0CF6F12BC}"/>
    <dgm:cxn modelId="{C0DE6E35-94B9-4B8A-99BD-F55B4EC161BB}" srcId="{F3673C60-74ED-40FA-BEF2-36BFDEEDC8E6}" destId="{E31A4E83-3DA9-45DD-B711-EFCDBA4E6B43}" srcOrd="2" destOrd="0" parTransId="{801847DE-8832-4788-AC86-02B7734AA91A}" sibTransId="{B6D9C02D-4ECD-4FD5-84F3-E2B740A17C0E}"/>
    <dgm:cxn modelId="{1ADD0238-D598-452E-BDFF-EF4F0F1C5A27}" srcId="{F3673C60-74ED-40FA-BEF2-36BFDEEDC8E6}" destId="{B797A318-9ABD-44D9-8322-F4E5F0A238E4}" srcOrd="7" destOrd="0" parTransId="{3D323EF7-E6C7-4C5D-8815-61EFB4FFD5A1}" sibTransId="{47297969-6173-4FBA-9F59-9CB90A46AC7B}"/>
    <dgm:cxn modelId="{0257753B-A230-429B-9DBB-A2FD10F3F142}" type="presOf" srcId="{7D212659-2062-4840-B5D0-36C8BFEB1F9E}" destId="{F9A06CC4-E436-4BC9-B082-4C304F68F906}" srcOrd="0" destOrd="0" presId="urn:microsoft.com/office/officeart/2005/8/layout/cycle3"/>
    <dgm:cxn modelId="{147EC943-FA09-4A9C-9764-5FD1BD04A225}" type="presOf" srcId="{1FF7B09F-32B6-440B-9828-E7B5BE6EAE9D}" destId="{591E1B25-1B8C-4F67-9FB5-B569C20CA91A}" srcOrd="0" destOrd="0" presId="urn:microsoft.com/office/officeart/2005/8/layout/cycle3"/>
    <dgm:cxn modelId="{1E43C14E-EC64-411E-A1A2-8D69A732EBE5}" type="presOf" srcId="{EA9D7D35-CC8F-4F62-B4C1-96A4955928A8}" destId="{2E3B2107-2633-47A2-8219-6096E6161273}" srcOrd="0" destOrd="0" presId="urn:microsoft.com/office/officeart/2005/8/layout/cycle3"/>
    <dgm:cxn modelId="{A7932B6F-5CD1-43C2-97B1-E082048F2FD1}" type="presOf" srcId="{E31A4E83-3DA9-45DD-B711-EFCDBA4E6B43}" destId="{74CADBD0-C922-459C-8969-8BC1246A4BB6}" srcOrd="0" destOrd="0" presId="urn:microsoft.com/office/officeart/2005/8/layout/cycle3"/>
    <dgm:cxn modelId="{540F8052-8C43-4B9E-B3F4-AD5A7D82322C}" type="presOf" srcId="{E5074BFB-1329-485A-9DB1-63A57577BADB}" destId="{E262050F-F4DC-471A-8074-25949DE55B98}" srcOrd="0" destOrd="0" presId="urn:microsoft.com/office/officeart/2005/8/layout/cycle3"/>
    <dgm:cxn modelId="{7EB3047A-20B5-4800-B23F-FB84C247BD4B}" srcId="{F3673C60-74ED-40FA-BEF2-36BFDEEDC8E6}" destId="{E5074BFB-1329-485A-9DB1-63A57577BADB}" srcOrd="8" destOrd="0" parTransId="{373ABE57-6EC1-4B86-A193-82C02E3C7ACF}" sibTransId="{A915633C-D82B-4881-A456-9D77845F4E4E}"/>
    <dgm:cxn modelId="{ECFBBD8E-590E-4596-8829-8AC71EC49DF5}" srcId="{F3673C60-74ED-40FA-BEF2-36BFDEEDC8E6}" destId="{18534C2B-A8CE-41A8-87F5-642CAF7F0270}" srcOrd="0" destOrd="0" parTransId="{C2F0ED35-6F88-4296-A243-A0EED58AE649}" sibTransId="{1FF7B09F-32B6-440B-9828-E7B5BE6EAE9D}"/>
    <dgm:cxn modelId="{837F2494-31DB-4FF7-A5B3-796A6C658D37}" srcId="{F3673C60-74ED-40FA-BEF2-36BFDEEDC8E6}" destId="{0E15FA97-33AD-42BC-8EC3-1FCA42EFDD25}" srcOrd="3" destOrd="0" parTransId="{CDB29FF3-68A8-425D-90AE-5A3039276848}" sibTransId="{1C5ECF76-9CD0-47F9-928D-EADC91A6A775}"/>
    <dgm:cxn modelId="{4C564CBE-93F6-4A36-9763-A2A64884348F}" type="presOf" srcId="{EDA90197-4CFD-4E2C-B259-5E5ABB364CF0}" destId="{561DD16D-8B99-46D3-829C-0EAFA4466A09}" srcOrd="0" destOrd="0" presId="urn:microsoft.com/office/officeart/2005/8/layout/cycle3"/>
    <dgm:cxn modelId="{6C6E03C0-AF2C-40B0-B3F9-68968C2416D8}" type="presOf" srcId="{B797A318-9ABD-44D9-8322-F4E5F0A238E4}" destId="{DC541F60-5BD9-43E0-BD91-666EB96D68BE}" srcOrd="0" destOrd="0" presId="urn:microsoft.com/office/officeart/2005/8/layout/cycle3"/>
    <dgm:cxn modelId="{69ED99CB-C09B-4D00-BED7-76865C9496BF}" type="presOf" srcId="{ED203527-F1B5-4AD6-8F58-7FFDE624212A}" destId="{61A56F6A-097E-4BE3-BAFA-E9C7F99D509E}" srcOrd="0" destOrd="0" presId="urn:microsoft.com/office/officeart/2005/8/layout/cycle3"/>
    <dgm:cxn modelId="{E354F8CE-2DE1-42F6-A71C-CF70872154C6}" srcId="{F3673C60-74ED-40FA-BEF2-36BFDEEDC8E6}" destId="{ED203527-F1B5-4AD6-8F58-7FFDE624212A}" srcOrd="4" destOrd="0" parTransId="{CB68FB1D-C3EA-40FE-90F8-CD64635C8127}" sibTransId="{1B8B6507-2F7B-4273-8803-C14DB9C41862}"/>
    <dgm:cxn modelId="{877842EF-FEAC-4F4E-B702-5BAF1F0C46B7}" type="presOf" srcId="{F3673C60-74ED-40FA-BEF2-36BFDEEDC8E6}" destId="{C6118431-1852-4122-9C72-A69ED90DB036}" srcOrd="0" destOrd="0" presId="urn:microsoft.com/office/officeart/2005/8/layout/cycle3"/>
    <dgm:cxn modelId="{F3254CFA-EBB2-4FE3-8441-3D8CAA6DF860}" type="presOf" srcId="{0E15FA97-33AD-42BC-8EC3-1FCA42EFDD25}" destId="{930EB298-755B-4B37-A9DE-B9A691CD6FCB}" srcOrd="0" destOrd="0" presId="urn:microsoft.com/office/officeart/2005/8/layout/cycle3"/>
    <dgm:cxn modelId="{C3EBAB3A-485B-4CAA-BBAD-A51F1F2B7B7F}" type="presParOf" srcId="{C6118431-1852-4122-9C72-A69ED90DB036}" destId="{E15A543C-5F0F-4D58-A032-CF0F869F3951}" srcOrd="0" destOrd="0" presId="urn:microsoft.com/office/officeart/2005/8/layout/cycle3"/>
    <dgm:cxn modelId="{E5BC4506-CC16-4AFB-89B5-B21972CDE5DB}" type="presParOf" srcId="{E15A543C-5F0F-4D58-A032-CF0F869F3951}" destId="{068DD13C-8E41-4FA2-B514-F62CC167B651}" srcOrd="0" destOrd="0" presId="urn:microsoft.com/office/officeart/2005/8/layout/cycle3"/>
    <dgm:cxn modelId="{E2573DDF-7AD9-44BC-88DF-7F3A32BBC38A}" type="presParOf" srcId="{E15A543C-5F0F-4D58-A032-CF0F869F3951}" destId="{591E1B25-1B8C-4F67-9FB5-B569C20CA91A}" srcOrd="1" destOrd="0" presId="urn:microsoft.com/office/officeart/2005/8/layout/cycle3"/>
    <dgm:cxn modelId="{FDAA0DA3-269D-4487-ADD2-ED3D7D3CE7B6}" type="presParOf" srcId="{E15A543C-5F0F-4D58-A032-CF0F869F3951}" destId="{2E3B2107-2633-47A2-8219-6096E6161273}" srcOrd="2" destOrd="0" presId="urn:microsoft.com/office/officeart/2005/8/layout/cycle3"/>
    <dgm:cxn modelId="{23F3BDD7-5372-4047-B2B5-DCCE36B4E786}" type="presParOf" srcId="{E15A543C-5F0F-4D58-A032-CF0F869F3951}" destId="{74CADBD0-C922-459C-8969-8BC1246A4BB6}" srcOrd="3" destOrd="0" presId="urn:microsoft.com/office/officeart/2005/8/layout/cycle3"/>
    <dgm:cxn modelId="{A8D5D417-0E19-401D-A05E-8B105EB99F42}" type="presParOf" srcId="{E15A543C-5F0F-4D58-A032-CF0F869F3951}" destId="{930EB298-755B-4B37-A9DE-B9A691CD6FCB}" srcOrd="4" destOrd="0" presId="urn:microsoft.com/office/officeart/2005/8/layout/cycle3"/>
    <dgm:cxn modelId="{9B03423A-D6D9-4D7C-9154-4A639CC02A70}" type="presParOf" srcId="{E15A543C-5F0F-4D58-A032-CF0F869F3951}" destId="{61A56F6A-097E-4BE3-BAFA-E9C7F99D509E}" srcOrd="5" destOrd="0" presId="urn:microsoft.com/office/officeart/2005/8/layout/cycle3"/>
    <dgm:cxn modelId="{9F7CE982-2082-4367-B87E-A2ECEAB7599A}" type="presParOf" srcId="{E15A543C-5F0F-4D58-A032-CF0F869F3951}" destId="{561DD16D-8B99-46D3-829C-0EAFA4466A09}" srcOrd="6" destOrd="0" presId="urn:microsoft.com/office/officeart/2005/8/layout/cycle3"/>
    <dgm:cxn modelId="{665C743A-CB2B-4762-8AED-DBFE9BA83673}" type="presParOf" srcId="{E15A543C-5F0F-4D58-A032-CF0F869F3951}" destId="{F9A06CC4-E436-4BC9-B082-4C304F68F906}" srcOrd="7" destOrd="0" presId="urn:microsoft.com/office/officeart/2005/8/layout/cycle3"/>
    <dgm:cxn modelId="{DCE9F281-BB6C-4A22-AF14-AE8CFCC645F7}" type="presParOf" srcId="{E15A543C-5F0F-4D58-A032-CF0F869F3951}" destId="{DC541F60-5BD9-43E0-BD91-666EB96D68BE}" srcOrd="8" destOrd="0" presId="urn:microsoft.com/office/officeart/2005/8/layout/cycle3"/>
    <dgm:cxn modelId="{85EAD5D2-38CB-46B5-95E8-D038411BCDAF}" type="presParOf" srcId="{E15A543C-5F0F-4D58-A032-CF0F869F3951}" destId="{E262050F-F4DC-471A-8074-25949DE55B98}" srcOrd="9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111EAA-3304-42F8-940F-C521663A1716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59C9DCC-0B6B-4549-8C23-D735D4106067}">
      <dgm:prSet/>
      <dgm:spPr/>
      <dgm:t>
        <a:bodyPr/>
        <a:lstStyle/>
        <a:p>
          <a:r>
            <a:rPr lang="en-US" b="0" i="0"/>
            <a:t>• Built using Amazon Lex console</a:t>
          </a:r>
          <a:endParaRPr lang="en-US"/>
        </a:p>
      </dgm:t>
    </dgm:pt>
    <dgm:pt modelId="{B19134CD-185A-4848-BE71-A51806B9548A}" type="parTrans" cxnId="{E49D138B-F265-4D0C-A708-D4D214818B52}">
      <dgm:prSet/>
      <dgm:spPr/>
      <dgm:t>
        <a:bodyPr/>
        <a:lstStyle/>
        <a:p>
          <a:endParaRPr lang="en-US"/>
        </a:p>
      </dgm:t>
    </dgm:pt>
    <dgm:pt modelId="{918BB0DB-D0DC-4AF3-B539-35B9527E37A2}" type="sibTrans" cxnId="{E49D138B-F265-4D0C-A708-D4D214818B52}">
      <dgm:prSet/>
      <dgm:spPr/>
      <dgm:t>
        <a:bodyPr/>
        <a:lstStyle/>
        <a:p>
          <a:endParaRPr lang="en-US"/>
        </a:p>
      </dgm:t>
    </dgm:pt>
    <dgm:pt modelId="{C5244E63-2435-470B-8A97-F26E6928A212}">
      <dgm:prSet/>
      <dgm:spPr/>
      <dgm:t>
        <a:bodyPr/>
        <a:lstStyle/>
        <a:p>
          <a:r>
            <a:rPr lang="en-US" b="0" i="0"/>
            <a:t>• Tested using Lex test window</a:t>
          </a:r>
          <a:endParaRPr lang="en-US"/>
        </a:p>
      </dgm:t>
    </dgm:pt>
    <dgm:pt modelId="{A5D07F5D-C437-4153-8C53-B3D123AB601F}" type="parTrans" cxnId="{3D72787B-629B-4DCE-B796-CB5C1D3DD43E}">
      <dgm:prSet/>
      <dgm:spPr/>
      <dgm:t>
        <a:bodyPr/>
        <a:lstStyle/>
        <a:p>
          <a:endParaRPr lang="en-US"/>
        </a:p>
      </dgm:t>
    </dgm:pt>
    <dgm:pt modelId="{6DDC02F0-775F-47D2-ADEB-35470CF02974}" type="sibTrans" cxnId="{3D72787B-629B-4DCE-B796-CB5C1D3DD43E}">
      <dgm:prSet/>
      <dgm:spPr/>
      <dgm:t>
        <a:bodyPr/>
        <a:lstStyle/>
        <a:p>
          <a:endParaRPr lang="en-US"/>
        </a:p>
      </dgm:t>
    </dgm:pt>
    <dgm:pt modelId="{3E5D3E73-9946-4CAC-B45F-8002E050DD0D}">
      <dgm:prSet/>
      <dgm:spPr/>
      <dgm:t>
        <a:bodyPr/>
        <a:lstStyle/>
        <a:p>
          <a:r>
            <a:rPr lang="en-US" b="0" i="0"/>
            <a:t>• Verified correct and incorrect flows</a:t>
          </a:r>
          <a:endParaRPr lang="en-US"/>
        </a:p>
      </dgm:t>
    </dgm:pt>
    <dgm:pt modelId="{751BB75A-1ED6-4EB8-A220-FD0C5AA9FB24}" type="parTrans" cxnId="{3290B4B1-0CB2-4910-9175-02057CE0CE25}">
      <dgm:prSet/>
      <dgm:spPr/>
      <dgm:t>
        <a:bodyPr/>
        <a:lstStyle/>
        <a:p>
          <a:endParaRPr lang="en-US"/>
        </a:p>
      </dgm:t>
    </dgm:pt>
    <dgm:pt modelId="{81356CA2-27C6-41BF-B7C3-67E288557878}" type="sibTrans" cxnId="{3290B4B1-0CB2-4910-9175-02057CE0CE25}">
      <dgm:prSet/>
      <dgm:spPr/>
      <dgm:t>
        <a:bodyPr/>
        <a:lstStyle/>
        <a:p>
          <a:endParaRPr lang="en-US"/>
        </a:p>
      </dgm:t>
    </dgm:pt>
    <dgm:pt modelId="{253C9256-968A-48C4-B093-50F34EC4686C}">
      <dgm:prSet/>
      <dgm:spPr/>
      <dgm:t>
        <a:bodyPr/>
        <a:lstStyle/>
        <a:p>
          <a:r>
            <a:rPr lang="en-US" b="0" i="0"/>
            <a:t>• Ensured smooth interaction experience</a:t>
          </a:r>
          <a:endParaRPr lang="en-US"/>
        </a:p>
      </dgm:t>
    </dgm:pt>
    <dgm:pt modelId="{2C9F1247-DE81-4041-8794-E0DBA541F160}" type="parTrans" cxnId="{578FF3E5-97B5-468E-9DE5-07BA2B723041}">
      <dgm:prSet/>
      <dgm:spPr/>
      <dgm:t>
        <a:bodyPr/>
        <a:lstStyle/>
        <a:p>
          <a:endParaRPr lang="en-US"/>
        </a:p>
      </dgm:t>
    </dgm:pt>
    <dgm:pt modelId="{5D1528C1-16DD-4FDF-9AC4-3DAB74E7D7B3}" type="sibTrans" cxnId="{578FF3E5-97B5-468E-9DE5-07BA2B723041}">
      <dgm:prSet/>
      <dgm:spPr/>
      <dgm:t>
        <a:bodyPr/>
        <a:lstStyle/>
        <a:p>
          <a:endParaRPr lang="en-US"/>
        </a:p>
      </dgm:t>
    </dgm:pt>
    <dgm:pt modelId="{F24A34ED-2C08-472A-8EBA-A7F149696DC3}" type="pres">
      <dgm:prSet presAssocID="{6F111EAA-3304-42F8-940F-C521663A1716}" presName="diagram" presStyleCnt="0">
        <dgm:presLayoutVars>
          <dgm:dir/>
          <dgm:resizeHandles val="exact"/>
        </dgm:presLayoutVars>
      </dgm:prSet>
      <dgm:spPr/>
    </dgm:pt>
    <dgm:pt modelId="{5A9F0946-60A7-4C73-9F8A-7379413784EC}" type="pres">
      <dgm:prSet presAssocID="{D59C9DCC-0B6B-4549-8C23-D735D4106067}" presName="node" presStyleLbl="node1" presStyleIdx="0" presStyleCnt="4">
        <dgm:presLayoutVars>
          <dgm:bulletEnabled val="1"/>
        </dgm:presLayoutVars>
      </dgm:prSet>
      <dgm:spPr/>
    </dgm:pt>
    <dgm:pt modelId="{7BCED3AD-1D53-47EE-B9EB-4AFBB4C78E51}" type="pres">
      <dgm:prSet presAssocID="{918BB0DB-D0DC-4AF3-B539-35B9527E37A2}" presName="sibTrans" presStyleLbl="sibTrans2D1" presStyleIdx="0" presStyleCnt="3"/>
      <dgm:spPr/>
    </dgm:pt>
    <dgm:pt modelId="{53E22679-F60F-427A-9E38-A6320E0C6F5C}" type="pres">
      <dgm:prSet presAssocID="{918BB0DB-D0DC-4AF3-B539-35B9527E37A2}" presName="connectorText" presStyleLbl="sibTrans2D1" presStyleIdx="0" presStyleCnt="3"/>
      <dgm:spPr/>
    </dgm:pt>
    <dgm:pt modelId="{77EEF075-F1FF-4502-92EB-938943578B0E}" type="pres">
      <dgm:prSet presAssocID="{C5244E63-2435-470B-8A97-F26E6928A212}" presName="node" presStyleLbl="node1" presStyleIdx="1" presStyleCnt="4">
        <dgm:presLayoutVars>
          <dgm:bulletEnabled val="1"/>
        </dgm:presLayoutVars>
      </dgm:prSet>
      <dgm:spPr/>
    </dgm:pt>
    <dgm:pt modelId="{1619971C-A5C9-4A95-BFF3-F92A4E3B85DA}" type="pres">
      <dgm:prSet presAssocID="{6DDC02F0-775F-47D2-ADEB-35470CF02974}" presName="sibTrans" presStyleLbl="sibTrans2D1" presStyleIdx="1" presStyleCnt="3"/>
      <dgm:spPr/>
    </dgm:pt>
    <dgm:pt modelId="{41CCE1F2-A347-4113-AA37-D35B44635F75}" type="pres">
      <dgm:prSet presAssocID="{6DDC02F0-775F-47D2-ADEB-35470CF02974}" presName="connectorText" presStyleLbl="sibTrans2D1" presStyleIdx="1" presStyleCnt="3"/>
      <dgm:spPr/>
    </dgm:pt>
    <dgm:pt modelId="{51BD95E9-A02F-4015-9321-13F37AE4265D}" type="pres">
      <dgm:prSet presAssocID="{3E5D3E73-9946-4CAC-B45F-8002E050DD0D}" presName="node" presStyleLbl="node1" presStyleIdx="2" presStyleCnt="4">
        <dgm:presLayoutVars>
          <dgm:bulletEnabled val="1"/>
        </dgm:presLayoutVars>
      </dgm:prSet>
      <dgm:spPr/>
    </dgm:pt>
    <dgm:pt modelId="{69A40D9C-86CC-4457-86B7-96A1221B69F8}" type="pres">
      <dgm:prSet presAssocID="{81356CA2-27C6-41BF-B7C3-67E288557878}" presName="sibTrans" presStyleLbl="sibTrans2D1" presStyleIdx="2" presStyleCnt="3"/>
      <dgm:spPr/>
    </dgm:pt>
    <dgm:pt modelId="{AE37F6C7-C0B7-40D3-AF6F-EE30318E6AAA}" type="pres">
      <dgm:prSet presAssocID="{81356CA2-27C6-41BF-B7C3-67E288557878}" presName="connectorText" presStyleLbl="sibTrans2D1" presStyleIdx="2" presStyleCnt="3"/>
      <dgm:spPr/>
    </dgm:pt>
    <dgm:pt modelId="{1DFD9F80-F8C7-434D-8F2A-C89E4030E528}" type="pres">
      <dgm:prSet presAssocID="{253C9256-968A-48C4-B093-50F34EC4686C}" presName="node" presStyleLbl="node1" presStyleIdx="3" presStyleCnt="4">
        <dgm:presLayoutVars>
          <dgm:bulletEnabled val="1"/>
        </dgm:presLayoutVars>
      </dgm:prSet>
      <dgm:spPr/>
    </dgm:pt>
  </dgm:ptLst>
  <dgm:cxnLst>
    <dgm:cxn modelId="{B831B338-AA3E-4C17-9FC8-7F0893B8579C}" type="presOf" srcId="{3E5D3E73-9946-4CAC-B45F-8002E050DD0D}" destId="{51BD95E9-A02F-4015-9321-13F37AE4265D}" srcOrd="0" destOrd="0" presId="urn:microsoft.com/office/officeart/2005/8/layout/process5"/>
    <dgm:cxn modelId="{358B233B-2E66-428E-A76F-C4296712B86A}" type="presOf" srcId="{D59C9DCC-0B6B-4549-8C23-D735D4106067}" destId="{5A9F0946-60A7-4C73-9F8A-7379413784EC}" srcOrd="0" destOrd="0" presId="urn:microsoft.com/office/officeart/2005/8/layout/process5"/>
    <dgm:cxn modelId="{24657246-06FF-47EA-90F0-47A8913A845E}" type="presOf" srcId="{6DDC02F0-775F-47D2-ADEB-35470CF02974}" destId="{41CCE1F2-A347-4113-AA37-D35B44635F75}" srcOrd="1" destOrd="0" presId="urn:microsoft.com/office/officeart/2005/8/layout/process5"/>
    <dgm:cxn modelId="{AC282A6B-505F-4BE2-B84B-F0170AC65E21}" type="presOf" srcId="{253C9256-968A-48C4-B093-50F34EC4686C}" destId="{1DFD9F80-F8C7-434D-8F2A-C89E4030E528}" srcOrd="0" destOrd="0" presId="urn:microsoft.com/office/officeart/2005/8/layout/process5"/>
    <dgm:cxn modelId="{F7435854-0AA4-4DCB-9689-D7CFA2B11B9F}" type="presOf" srcId="{918BB0DB-D0DC-4AF3-B539-35B9527E37A2}" destId="{7BCED3AD-1D53-47EE-B9EB-4AFBB4C78E51}" srcOrd="0" destOrd="0" presId="urn:microsoft.com/office/officeart/2005/8/layout/process5"/>
    <dgm:cxn modelId="{3D72787B-629B-4DCE-B796-CB5C1D3DD43E}" srcId="{6F111EAA-3304-42F8-940F-C521663A1716}" destId="{C5244E63-2435-470B-8A97-F26E6928A212}" srcOrd="1" destOrd="0" parTransId="{A5D07F5D-C437-4153-8C53-B3D123AB601F}" sibTransId="{6DDC02F0-775F-47D2-ADEB-35470CF02974}"/>
    <dgm:cxn modelId="{E49D138B-F265-4D0C-A708-D4D214818B52}" srcId="{6F111EAA-3304-42F8-940F-C521663A1716}" destId="{D59C9DCC-0B6B-4549-8C23-D735D4106067}" srcOrd="0" destOrd="0" parTransId="{B19134CD-185A-4848-BE71-A51806B9548A}" sibTransId="{918BB0DB-D0DC-4AF3-B539-35B9527E37A2}"/>
    <dgm:cxn modelId="{931BFEA6-6180-455E-ADA6-1D296ABB19BB}" type="presOf" srcId="{6DDC02F0-775F-47D2-ADEB-35470CF02974}" destId="{1619971C-A5C9-4A95-BFF3-F92A4E3B85DA}" srcOrd="0" destOrd="0" presId="urn:microsoft.com/office/officeart/2005/8/layout/process5"/>
    <dgm:cxn modelId="{F93D10A9-18C8-4E62-A7F2-F101A78314DC}" type="presOf" srcId="{C5244E63-2435-470B-8A97-F26E6928A212}" destId="{77EEF075-F1FF-4502-92EB-938943578B0E}" srcOrd="0" destOrd="0" presId="urn:microsoft.com/office/officeart/2005/8/layout/process5"/>
    <dgm:cxn modelId="{5574B1A9-3D22-4D2D-BB3E-14DE773E40BE}" type="presOf" srcId="{6F111EAA-3304-42F8-940F-C521663A1716}" destId="{F24A34ED-2C08-472A-8EBA-A7F149696DC3}" srcOrd="0" destOrd="0" presId="urn:microsoft.com/office/officeart/2005/8/layout/process5"/>
    <dgm:cxn modelId="{3290B4B1-0CB2-4910-9175-02057CE0CE25}" srcId="{6F111EAA-3304-42F8-940F-C521663A1716}" destId="{3E5D3E73-9946-4CAC-B45F-8002E050DD0D}" srcOrd="2" destOrd="0" parTransId="{751BB75A-1ED6-4EB8-A220-FD0C5AA9FB24}" sibTransId="{81356CA2-27C6-41BF-B7C3-67E288557878}"/>
    <dgm:cxn modelId="{D157C7B8-0518-4571-A146-8FAF9A915924}" type="presOf" srcId="{918BB0DB-D0DC-4AF3-B539-35B9527E37A2}" destId="{53E22679-F60F-427A-9E38-A6320E0C6F5C}" srcOrd="1" destOrd="0" presId="urn:microsoft.com/office/officeart/2005/8/layout/process5"/>
    <dgm:cxn modelId="{2E4C0ACA-7006-4BC1-8409-A63F1CF20304}" type="presOf" srcId="{81356CA2-27C6-41BF-B7C3-67E288557878}" destId="{69A40D9C-86CC-4457-86B7-96A1221B69F8}" srcOrd="0" destOrd="0" presId="urn:microsoft.com/office/officeart/2005/8/layout/process5"/>
    <dgm:cxn modelId="{1FA61CE3-A524-4933-94E3-55597F50CA43}" type="presOf" srcId="{81356CA2-27C6-41BF-B7C3-67E288557878}" destId="{AE37F6C7-C0B7-40D3-AF6F-EE30318E6AAA}" srcOrd="1" destOrd="0" presId="urn:microsoft.com/office/officeart/2005/8/layout/process5"/>
    <dgm:cxn modelId="{578FF3E5-97B5-468E-9DE5-07BA2B723041}" srcId="{6F111EAA-3304-42F8-940F-C521663A1716}" destId="{253C9256-968A-48C4-B093-50F34EC4686C}" srcOrd="3" destOrd="0" parTransId="{2C9F1247-DE81-4041-8794-E0DBA541F160}" sibTransId="{5D1528C1-16DD-4FDF-9AC4-3DAB74E7D7B3}"/>
    <dgm:cxn modelId="{F62C457A-F5F5-4A23-BD91-AE268395211B}" type="presParOf" srcId="{F24A34ED-2C08-472A-8EBA-A7F149696DC3}" destId="{5A9F0946-60A7-4C73-9F8A-7379413784EC}" srcOrd="0" destOrd="0" presId="urn:microsoft.com/office/officeart/2005/8/layout/process5"/>
    <dgm:cxn modelId="{F962949A-9348-472F-8890-AF04AA29CAAC}" type="presParOf" srcId="{F24A34ED-2C08-472A-8EBA-A7F149696DC3}" destId="{7BCED3AD-1D53-47EE-B9EB-4AFBB4C78E51}" srcOrd="1" destOrd="0" presId="urn:microsoft.com/office/officeart/2005/8/layout/process5"/>
    <dgm:cxn modelId="{C8AA63B0-8E12-4DA2-999B-EA02D6F1D0B4}" type="presParOf" srcId="{7BCED3AD-1D53-47EE-B9EB-4AFBB4C78E51}" destId="{53E22679-F60F-427A-9E38-A6320E0C6F5C}" srcOrd="0" destOrd="0" presId="urn:microsoft.com/office/officeart/2005/8/layout/process5"/>
    <dgm:cxn modelId="{E0D0ABB9-AC55-443A-856C-AC1C0E1BAE92}" type="presParOf" srcId="{F24A34ED-2C08-472A-8EBA-A7F149696DC3}" destId="{77EEF075-F1FF-4502-92EB-938943578B0E}" srcOrd="2" destOrd="0" presId="urn:microsoft.com/office/officeart/2005/8/layout/process5"/>
    <dgm:cxn modelId="{89D572D7-1720-4839-9F60-F2B580AC7C1D}" type="presParOf" srcId="{F24A34ED-2C08-472A-8EBA-A7F149696DC3}" destId="{1619971C-A5C9-4A95-BFF3-F92A4E3B85DA}" srcOrd="3" destOrd="0" presId="urn:microsoft.com/office/officeart/2005/8/layout/process5"/>
    <dgm:cxn modelId="{4BA2FA0D-8BF3-4C03-8332-0684101881DC}" type="presParOf" srcId="{1619971C-A5C9-4A95-BFF3-F92A4E3B85DA}" destId="{41CCE1F2-A347-4113-AA37-D35B44635F75}" srcOrd="0" destOrd="0" presId="urn:microsoft.com/office/officeart/2005/8/layout/process5"/>
    <dgm:cxn modelId="{7BA7AB7D-F99B-40AD-8322-2296E97F8524}" type="presParOf" srcId="{F24A34ED-2C08-472A-8EBA-A7F149696DC3}" destId="{51BD95E9-A02F-4015-9321-13F37AE4265D}" srcOrd="4" destOrd="0" presId="urn:microsoft.com/office/officeart/2005/8/layout/process5"/>
    <dgm:cxn modelId="{7AEBDD62-9E83-40E2-9E97-EF8BD6395E53}" type="presParOf" srcId="{F24A34ED-2C08-472A-8EBA-A7F149696DC3}" destId="{69A40D9C-86CC-4457-86B7-96A1221B69F8}" srcOrd="5" destOrd="0" presId="urn:microsoft.com/office/officeart/2005/8/layout/process5"/>
    <dgm:cxn modelId="{7DF62DA6-87A7-403B-8CBC-424978FFF7C7}" type="presParOf" srcId="{69A40D9C-86CC-4457-86B7-96A1221B69F8}" destId="{AE37F6C7-C0B7-40D3-AF6F-EE30318E6AAA}" srcOrd="0" destOrd="0" presId="urn:microsoft.com/office/officeart/2005/8/layout/process5"/>
    <dgm:cxn modelId="{A50E5587-6E49-4446-8A5E-F86EF490699D}" type="presParOf" srcId="{F24A34ED-2C08-472A-8EBA-A7F149696DC3}" destId="{1DFD9F80-F8C7-434D-8F2A-C89E4030E528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61C3D9-700C-4C18-BFCC-6232EA5AC17A}">
      <dsp:nvSpPr>
        <dsp:cNvPr id="0" name=""/>
        <dsp:cNvSpPr/>
      </dsp:nvSpPr>
      <dsp:spPr>
        <a:xfrm>
          <a:off x="50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437E7-C6AA-4251-8AE8-B0D6F3850739}">
      <dsp:nvSpPr>
        <dsp:cNvPr id="0" name=""/>
        <dsp:cNvSpPr/>
      </dsp:nvSpPr>
      <dsp:spPr>
        <a:xfrm>
          <a:off x="1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• AWS service for building conversational interfaces</a:t>
          </a:r>
          <a:endParaRPr lang="en-US" sz="1200" kern="1200"/>
        </a:p>
      </dsp:txBody>
      <dsp:txXfrm>
        <a:off x="13264" y="1882179"/>
        <a:ext cx="1800000" cy="720000"/>
      </dsp:txXfrm>
    </dsp:sp>
    <dsp:sp modelId="{6D6C33AB-7FED-4854-92FF-9283CEA9FF93}">
      <dsp:nvSpPr>
        <dsp:cNvPr id="0" name=""/>
        <dsp:cNvSpPr/>
      </dsp:nvSpPr>
      <dsp:spPr>
        <a:xfrm>
          <a:off x="262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8CF2A-50E2-4C42-83E3-80BD8D55B207}">
      <dsp:nvSpPr>
        <dsp:cNvPr id="0" name=""/>
        <dsp:cNvSpPr/>
      </dsp:nvSpPr>
      <dsp:spPr>
        <a:xfrm>
          <a:off x="212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• Uses voice and text inputs</a:t>
          </a:r>
          <a:endParaRPr lang="en-US" sz="1200" kern="1200"/>
        </a:p>
      </dsp:txBody>
      <dsp:txXfrm>
        <a:off x="2128264" y="1882179"/>
        <a:ext cx="1800000" cy="720000"/>
      </dsp:txXfrm>
    </dsp:sp>
    <dsp:sp modelId="{C8E878E2-283E-4583-B75F-0A12A2A6CB6E}">
      <dsp:nvSpPr>
        <dsp:cNvPr id="0" name=""/>
        <dsp:cNvSpPr/>
      </dsp:nvSpPr>
      <dsp:spPr>
        <a:xfrm>
          <a:off x="473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90F93-F185-4E12-BF1E-8ACFBBA50C9F}">
      <dsp:nvSpPr>
        <dsp:cNvPr id="0" name=""/>
        <dsp:cNvSpPr/>
      </dsp:nvSpPr>
      <dsp:spPr>
        <a:xfrm>
          <a:off x="424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• Powered by NLP (Natural Language Processing)</a:t>
          </a:r>
          <a:endParaRPr lang="en-US" sz="1200" kern="1200"/>
        </a:p>
      </dsp:txBody>
      <dsp:txXfrm>
        <a:off x="4243264" y="1882179"/>
        <a:ext cx="1800000" cy="720000"/>
      </dsp:txXfrm>
    </dsp:sp>
    <dsp:sp modelId="{73882269-15A8-494C-9A33-A15B37A6C321}">
      <dsp:nvSpPr>
        <dsp:cNvPr id="0" name=""/>
        <dsp:cNvSpPr/>
      </dsp:nvSpPr>
      <dsp:spPr>
        <a:xfrm>
          <a:off x="685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65D80-ED22-4728-AFE3-9EE58241CAB3}">
      <dsp:nvSpPr>
        <dsp:cNvPr id="0" name=""/>
        <dsp:cNvSpPr/>
      </dsp:nvSpPr>
      <dsp:spPr>
        <a:xfrm>
          <a:off x="635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• Enables chatbots for web, mobile, and messaging apps</a:t>
          </a:r>
          <a:endParaRPr lang="en-US" sz="1200" kern="1200"/>
        </a:p>
      </dsp:txBody>
      <dsp:txXfrm>
        <a:off x="6358264" y="1882179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8B637-812A-44EC-B487-2B6E0D4B7F8B}">
      <dsp:nvSpPr>
        <dsp:cNvPr id="0" name=""/>
        <dsp:cNvSpPr/>
      </dsp:nvSpPr>
      <dsp:spPr>
        <a:xfrm>
          <a:off x="282165" y="842568"/>
          <a:ext cx="873896" cy="8738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BB07C-9B37-448C-B94C-BBCFE22A2A16}">
      <dsp:nvSpPr>
        <dsp:cNvPr id="0" name=""/>
        <dsp:cNvSpPr/>
      </dsp:nvSpPr>
      <dsp:spPr>
        <a:xfrm>
          <a:off x="468405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E12532-E1D2-4250-BC96-C90232874F54}">
      <dsp:nvSpPr>
        <dsp:cNvPr id="0" name=""/>
        <dsp:cNvSpPr/>
      </dsp:nvSpPr>
      <dsp:spPr>
        <a:xfrm>
          <a:off x="280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Automatic speech recognition (ASR)</a:t>
          </a:r>
          <a:endParaRPr lang="en-US" sz="1100" kern="1200"/>
        </a:p>
      </dsp:txBody>
      <dsp:txXfrm>
        <a:off x="2805" y="1988661"/>
        <a:ext cx="1432617" cy="573046"/>
      </dsp:txXfrm>
    </dsp:sp>
    <dsp:sp modelId="{A71A32FE-8777-40BA-A3D8-03589F1B60AB}">
      <dsp:nvSpPr>
        <dsp:cNvPr id="0" name=""/>
        <dsp:cNvSpPr/>
      </dsp:nvSpPr>
      <dsp:spPr>
        <a:xfrm>
          <a:off x="1965490" y="842568"/>
          <a:ext cx="873896" cy="8738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66E4B-B126-4F51-BCC2-777A48FF576D}">
      <dsp:nvSpPr>
        <dsp:cNvPr id="0" name=""/>
        <dsp:cNvSpPr/>
      </dsp:nvSpPr>
      <dsp:spPr>
        <a:xfrm>
          <a:off x="2151730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5A20C-96D6-4485-8A8A-5DDB0B4D20B1}">
      <dsp:nvSpPr>
        <dsp:cNvPr id="0" name=""/>
        <dsp:cNvSpPr/>
      </dsp:nvSpPr>
      <dsp:spPr>
        <a:xfrm>
          <a:off x="1686130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Natural language understanding (NLU)</a:t>
          </a:r>
          <a:endParaRPr lang="en-US" sz="1100" kern="1200"/>
        </a:p>
      </dsp:txBody>
      <dsp:txXfrm>
        <a:off x="1686130" y="1988661"/>
        <a:ext cx="1432617" cy="573046"/>
      </dsp:txXfrm>
    </dsp:sp>
    <dsp:sp modelId="{2B99833C-EBA2-48A6-8BAD-A0B83701E97D}">
      <dsp:nvSpPr>
        <dsp:cNvPr id="0" name=""/>
        <dsp:cNvSpPr/>
      </dsp:nvSpPr>
      <dsp:spPr>
        <a:xfrm>
          <a:off x="3648815" y="842568"/>
          <a:ext cx="873896" cy="8738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1815B-504B-4A79-9240-3D76BC4AF93E}">
      <dsp:nvSpPr>
        <dsp:cNvPr id="0" name=""/>
        <dsp:cNvSpPr/>
      </dsp:nvSpPr>
      <dsp:spPr>
        <a:xfrm>
          <a:off x="3835055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C344F-04F5-43CE-A388-88DFFA238447}">
      <dsp:nvSpPr>
        <dsp:cNvPr id="0" name=""/>
        <dsp:cNvSpPr/>
      </dsp:nvSpPr>
      <dsp:spPr>
        <a:xfrm>
          <a:off x="336945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Intent recognition</a:t>
          </a:r>
          <a:endParaRPr lang="en-US" sz="1100" kern="1200"/>
        </a:p>
      </dsp:txBody>
      <dsp:txXfrm>
        <a:off x="3369455" y="1988661"/>
        <a:ext cx="1432617" cy="573046"/>
      </dsp:txXfrm>
    </dsp:sp>
    <dsp:sp modelId="{55668E6D-C506-4D64-A6FE-77BE2855506C}">
      <dsp:nvSpPr>
        <dsp:cNvPr id="0" name=""/>
        <dsp:cNvSpPr/>
      </dsp:nvSpPr>
      <dsp:spPr>
        <a:xfrm>
          <a:off x="5332140" y="842568"/>
          <a:ext cx="873896" cy="8738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6C60C7-8159-4E52-9C9C-AB8D8E446516}">
      <dsp:nvSpPr>
        <dsp:cNvPr id="0" name=""/>
        <dsp:cNvSpPr/>
      </dsp:nvSpPr>
      <dsp:spPr>
        <a:xfrm>
          <a:off x="5518381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344D1-9BC8-4330-B911-9910AD417C5A}">
      <dsp:nvSpPr>
        <dsp:cNvPr id="0" name=""/>
        <dsp:cNvSpPr/>
      </dsp:nvSpPr>
      <dsp:spPr>
        <a:xfrm>
          <a:off x="5052780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Integration with AWS services</a:t>
          </a:r>
          <a:endParaRPr lang="en-US" sz="1100" kern="1200"/>
        </a:p>
      </dsp:txBody>
      <dsp:txXfrm>
        <a:off x="5052780" y="1988661"/>
        <a:ext cx="1432617" cy="573046"/>
      </dsp:txXfrm>
    </dsp:sp>
    <dsp:sp modelId="{C7A8059C-919A-40FF-B4C3-99B281656BF7}">
      <dsp:nvSpPr>
        <dsp:cNvPr id="0" name=""/>
        <dsp:cNvSpPr/>
      </dsp:nvSpPr>
      <dsp:spPr>
        <a:xfrm>
          <a:off x="7015466" y="842568"/>
          <a:ext cx="873896" cy="8738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C2F9E-9510-423A-A10E-920A905F23AD}">
      <dsp:nvSpPr>
        <dsp:cNvPr id="0" name=""/>
        <dsp:cNvSpPr/>
      </dsp:nvSpPr>
      <dsp:spPr>
        <a:xfrm>
          <a:off x="7201706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3A3DF-A521-4247-9C46-0038ACB28124}">
      <dsp:nvSpPr>
        <dsp:cNvPr id="0" name=""/>
        <dsp:cNvSpPr/>
      </dsp:nvSpPr>
      <dsp:spPr>
        <a:xfrm>
          <a:off x="673610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Scalable and fully managed</a:t>
          </a:r>
          <a:endParaRPr lang="en-US" sz="1100" kern="1200"/>
        </a:p>
      </dsp:txBody>
      <dsp:txXfrm>
        <a:off x="6736105" y="1988661"/>
        <a:ext cx="1432617" cy="5730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3DBD1-C0A2-4A36-BE9C-8464336F7CC8}">
      <dsp:nvSpPr>
        <dsp:cNvPr id="0" name=""/>
        <dsp:cNvSpPr/>
      </dsp:nvSpPr>
      <dsp:spPr>
        <a:xfrm>
          <a:off x="1404239" y="58408"/>
          <a:ext cx="710001" cy="7100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0B24D-2A54-4D60-B58F-A0F7B68909A7}">
      <dsp:nvSpPr>
        <dsp:cNvPr id="0" name=""/>
        <dsp:cNvSpPr/>
      </dsp:nvSpPr>
      <dsp:spPr>
        <a:xfrm>
          <a:off x="1553339" y="207509"/>
          <a:ext cx="411801" cy="4118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25CA2-3AA0-4045-828E-848343ADAA77}">
      <dsp:nvSpPr>
        <dsp:cNvPr id="0" name=""/>
        <dsp:cNvSpPr/>
      </dsp:nvSpPr>
      <dsp:spPr>
        <a:xfrm>
          <a:off x="2266384" y="58408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Built using Amazon Lex V2</a:t>
          </a:r>
          <a:endParaRPr lang="en-US" sz="1500" kern="1200"/>
        </a:p>
      </dsp:txBody>
      <dsp:txXfrm>
        <a:off x="2266384" y="58408"/>
        <a:ext cx="1673575" cy="710001"/>
      </dsp:txXfrm>
    </dsp:sp>
    <dsp:sp modelId="{592448C8-F760-4B5E-BE26-0A5B43740DFC}">
      <dsp:nvSpPr>
        <dsp:cNvPr id="0" name=""/>
        <dsp:cNvSpPr/>
      </dsp:nvSpPr>
      <dsp:spPr>
        <a:xfrm>
          <a:off x="4231567" y="58408"/>
          <a:ext cx="710001" cy="71000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1216F-A12D-4A39-BC89-DB1623E96F5D}">
      <dsp:nvSpPr>
        <dsp:cNvPr id="0" name=""/>
        <dsp:cNvSpPr/>
      </dsp:nvSpPr>
      <dsp:spPr>
        <a:xfrm>
          <a:off x="4380668" y="207509"/>
          <a:ext cx="411801" cy="4118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6A5546-A8CA-4645-A1EE-56BA09DDBA22}">
      <dsp:nvSpPr>
        <dsp:cNvPr id="0" name=""/>
        <dsp:cNvSpPr/>
      </dsp:nvSpPr>
      <dsp:spPr>
        <a:xfrm>
          <a:off x="5093712" y="58408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Topic: Amazon S3</a:t>
          </a:r>
          <a:endParaRPr lang="en-US" sz="1500" kern="1200"/>
        </a:p>
      </dsp:txBody>
      <dsp:txXfrm>
        <a:off x="5093712" y="58408"/>
        <a:ext cx="1673575" cy="710001"/>
      </dsp:txXfrm>
    </dsp:sp>
    <dsp:sp modelId="{4AF9C71A-AEDD-4F9D-9971-5E6DAD0E7E46}">
      <dsp:nvSpPr>
        <dsp:cNvPr id="0" name=""/>
        <dsp:cNvSpPr/>
      </dsp:nvSpPr>
      <dsp:spPr>
        <a:xfrm>
          <a:off x="1404239" y="1347137"/>
          <a:ext cx="710001" cy="7100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8A22C-FBD3-43BF-8919-6ECCF4D86A4E}">
      <dsp:nvSpPr>
        <dsp:cNvPr id="0" name=""/>
        <dsp:cNvSpPr/>
      </dsp:nvSpPr>
      <dsp:spPr>
        <a:xfrm>
          <a:off x="1553339" y="1496237"/>
          <a:ext cx="411801" cy="4118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DFE64-26E5-46ED-8872-5A3554BC9583}">
      <dsp:nvSpPr>
        <dsp:cNvPr id="0" name=""/>
        <dsp:cNvSpPr/>
      </dsp:nvSpPr>
      <dsp:spPr>
        <a:xfrm>
          <a:off x="2266384" y="1347137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Users start quiz using simple commands</a:t>
          </a:r>
          <a:endParaRPr lang="en-US" sz="1500" kern="1200"/>
        </a:p>
      </dsp:txBody>
      <dsp:txXfrm>
        <a:off x="2266384" y="1347137"/>
        <a:ext cx="1673575" cy="710001"/>
      </dsp:txXfrm>
    </dsp:sp>
    <dsp:sp modelId="{A36AFC0C-B2A1-4078-98FF-8ACFB0C9AEF1}">
      <dsp:nvSpPr>
        <dsp:cNvPr id="0" name=""/>
        <dsp:cNvSpPr/>
      </dsp:nvSpPr>
      <dsp:spPr>
        <a:xfrm>
          <a:off x="4231567" y="1347137"/>
          <a:ext cx="710001" cy="7100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68C0F-2E4B-45B9-82DC-0306A3349B45}">
      <dsp:nvSpPr>
        <dsp:cNvPr id="0" name=""/>
        <dsp:cNvSpPr/>
      </dsp:nvSpPr>
      <dsp:spPr>
        <a:xfrm>
          <a:off x="4380668" y="1496237"/>
          <a:ext cx="411801" cy="4118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1D4CD-BA92-488B-9534-1458B18F53D5}">
      <dsp:nvSpPr>
        <dsp:cNvPr id="0" name=""/>
        <dsp:cNvSpPr/>
      </dsp:nvSpPr>
      <dsp:spPr>
        <a:xfrm>
          <a:off x="5093712" y="1347137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Bot presents questions with buttons</a:t>
          </a:r>
          <a:endParaRPr lang="en-US" sz="1500" kern="1200"/>
        </a:p>
      </dsp:txBody>
      <dsp:txXfrm>
        <a:off x="5093712" y="1347137"/>
        <a:ext cx="1673575" cy="710001"/>
      </dsp:txXfrm>
    </dsp:sp>
    <dsp:sp modelId="{24B2D4B0-DCF1-4BA7-B21C-3DE1B78F0043}">
      <dsp:nvSpPr>
        <dsp:cNvPr id="0" name=""/>
        <dsp:cNvSpPr/>
      </dsp:nvSpPr>
      <dsp:spPr>
        <a:xfrm>
          <a:off x="1404239" y="2635866"/>
          <a:ext cx="710001" cy="7100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00AE8-B12A-4E52-A3A2-3FEDC1E38DD8}">
      <dsp:nvSpPr>
        <dsp:cNvPr id="0" name=""/>
        <dsp:cNvSpPr/>
      </dsp:nvSpPr>
      <dsp:spPr>
        <a:xfrm>
          <a:off x="1553339" y="2784966"/>
          <a:ext cx="411801" cy="41180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02520-7CEF-47D3-A291-CB336664E027}">
      <dsp:nvSpPr>
        <dsp:cNvPr id="0" name=""/>
        <dsp:cNvSpPr/>
      </dsp:nvSpPr>
      <dsp:spPr>
        <a:xfrm>
          <a:off x="2266384" y="2635866"/>
          <a:ext cx="1673575" cy="71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• Provides instant feedback based on answers</a:t>
          </a:r>
          <a:endParaRPr lang="en-US" sz="1500" kern="1200"/>
        </a:p>
      </dsp:txBody>
      <dsp:txXfrm>
        <a:off x="2266384" y="2635866"/>
        <a:ext cx="1673575" cy="7100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75A15-FAC3-4901-891D-90839B01054A}">
      <dsp:nvSpPr>
        <dsp:cNvPr id="0" name=""/>
        <dsp:cNvSpPr/>
      </dsp:nvSpPr>
      <dsp:spPr>
        <a:xfrm>
          <a:off x="678859" y="1894"/>
          <a:ext cx="782753" cy="78275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A094A-F179-4114-9C7D-13AAA20B6951}">
      <dsp:nvSpPr>
        <dsp:cNvPr id="0" name=""/>
        <dsp:cNvSpPr/>
      </dsp:nvSpPr>
      <dsp:spPr>
        <a:xfrm>
          <a:off x="845676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86CED-3702-4671-BD85-F97AF610E234}">
      <dsp:nvSpPr>
        <dsp:cNvPr id="0" name=""/>
        <dsp:cNvSpPr/>
      </dsp:nvSpPr>
      <dsp:spPr>
        <a:xfrm>
          <a:off x="428635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Intent: S3 Quiz</a:t>
          </a:r>
          <a:endParaRPr lang="en-US" sz="1100" kern="1200"/>
        </a:p>
      </dsp:txBody>
      <dsp:txXfrm>
        <a:off x="428635" y="1028456"/>
        <a:ext cx="1283203" cy="513281"/>
      </dsp:txXfrm>
    </dsp:sp>
    <dsp:sp modelId="{691D4754-53C5-451D-A623-4992E8D239C9}">
      <dsp:nvSpPr>
        <dsp:cNvPr id="0" name=""/>
        <dsp:cNvSpPr/>
      </dsp:nvSpPr>
      <dsp:spPr>
        <a:xfrm>
          <a:off x="2186623" y="1894"/>
          <a:ext cx="782753" cy="78275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3D6D7-A2B3-4735-AD98-4C175844C5CD}">
      <dsp:nvSpPr>
        <dsp:cNvPr id="0" name=""/>
        <dsp:cNvSpPr/>
      </dsp:nvSpPr>
      <dsp:spPr>
        <a:xfrm>
          <a:off x="2353439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7E5E7-8CBE-4471-B338-9A276CD72A78}">
      <dsp:nvSpPr>
        <dsp:cNvPr id="0" name=""/>
        <dsp:cNvSpPr/>
      </dsp:nvSpPr>
      <dsp:spPr>
        <a:xfrm>
          <a:off x="1936398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Utterances trigger quiz start</a:t>
          </a:r>
          <a:endParaRPr lang="en-US" sz="1100" kern="1200"/>
        </a:p>
      </dsp:txBody>
      <dsp:txXfrm>
        <a:off x="1936398" y="1028456"/>
        <a:ext cx="1283203" cy="513281"/>
      </dsp:txXfrm>
    </dsp:sp>
    <dsp:sp modelId="{2459B132-9F2B-421B-B214-B6983FF98CA8}">
      <dsp:nvSpPr>
        <dsp:cNvPr id="0" name=""/>
        <dsp:cNvSpPr/>
      </dsp:nvSpPr>
      <dsp:spPr>
        <a:xfrm>
          <a:off x="3694387" y="1894"/>
          <a:ext cx="782753" cy="78275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3C989-1BCB-41CD-921A-19B154723E51}">
      <dsp:nvSpPr>
        <dsp:cNvPr id="0" name=""/>
        <dsp:cNvSpPr/>
      </dsp:nvSpPr>
      <dsp:spPr>
        <a:xfrm>
          <a:off x="3861203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38E10-3436-4B4E-B5A7-83E10059AA5D}">
      <dsp:nvSpPr>
        <dsp:cNvPr id="0" name=""/>
        <dsp:cNvSpPr/>
      </dsp:nvSpPr>
      <dsp:spPr>
        <a:xfrm>
          <a:off x="3444162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Slot type: S3QuizOptions</a:t>
          </a:r>
          <a:endParaRPr lang="en-US" sz="1100" kern="1200"/>
        </a:p>
      </dsp:txBody>
      <dsp:txXfrm>
        <a:off x="3444162" y="1028456"/>
        <a:ext cx="1283203" cy="513281"/>
      </dsp:txXfrm>
    </dsp:sp>
    <dsp:sp modelId="{178425FF-A8D3-418F-BF3C-EB5EB286033B}">
      <dsp:nvSpPr>
        <dsp:cNvPr id="0" name=""/>
        <dsp:cNvSpPr/>
      </dsp:nvSpPr>
      <dsp:spPr>
        <a:xfrm>
          <a:off x="5202150" y="1894"/>
          <a:ext cx="782753" cy="78275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3A256-F776-4F63-8DE7-EB20911AD827}">
      <dsp:nvSpPr>
        <dsp:cNvPr id="0" name=""/>
        <dsp:cNvSpPr/>
      </dsp:nvSpPr>
      <dsp:spPr>
        <a:xfrm>
          <a:off x="5368967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6DB2F-79F9-4972-A72B-3278CE808177}">
      <dsp:nvSpPr>
        <dsp:cNvPr id="0" name=""/>
        <dsp:cNvSpPr/>
      </dsp:nvSpPr>
      <dsp:spPr>
        <a:xfrm>
          <a:off x="4951926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Slot: QuestionOneAnswer</a:t>
          </a:r>
          <a:endParaRPr lang="en-US" sz="1100" kern="1200"/>
        </a:p>
      </dsp:txBody>
      <dsp:txXfrm>
        <a:off x="4951926" y="1028456"/>
        <a:ext cx="1283203" cy="513281"/>
      </dsp:txXfrm>
    </dsp:sp>
    <dsp:sp modelId="{988AD26D-CEE6-4A7D-A3AC-C6BA05018B60}">
      <dsp:nvSpPr>
        <dsp:cNvPr id="0" name=""/>
        <dsp:cNvSpPr/>
      </dsp:nvSpPr>
      <dsp:spPr>
        <a:xfrm>
          <a:off x="6709914" y="1894"/>
          <a:ext cx="782753" cy="78275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10BB2-4100-4261-B0CE-A38DA4DFC051}">
      <dsp:nvSpPr>
        <dsp:cNvPr id="0" name=""/>
        <dsp:cNvSpPr/>
      </dsp:nvSpPr>
      <dsp:spPr>
        <a:xfrm>
          <a:off x="6876730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E7FE6-A3E9-4397-886A-854579990103}">
      <dsp:nvSpPr>
        <dsp:cNvPr id="0" name=""/>
        <dsp:cNvSpPr/>
      </dsp:nvSpPr>
      <dsp:spPr>
        <a:xfrm>
          <a:off x="6459689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Response cards for button selection</a:t>
          </a:r>
          <a:endParaRPr lang="en-US" sz="1100" kern="1200"/>
        </a:p>
      </dsp:txBody>
      <dsp:txXfrm>
        <a:off x="6459689" y="1028456"/>
        <a:ext cx="1283203" cy="513281"/>
      </dsp:txXfrm>
    </dsp:sp>
    <dsp:sp modelId="{9D9FF8E2-DB83-4875-8892-3F7FAB273314}">
      <dsp:nvSpPr>
        <dsp:cNvPr id="0" name=""/>
        <dsp:cNvSpPr/>
      </dsp:nvSpPr>
      <dsp:spPr>
        <a:xfrm>
          <a:off x="3694387" y="1862538"/>
          <a:ext cx="782753" cy="78275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6F1F0-A13D-4638-913A-B65E1E72110B}">
      <dsp:nvSpPr>
        <dsp:cNvPr id="0" name=""/>
        <dsp:cNvSpPr/>
      </dsp:nvSpPr>
      <dsp:spPr>
        <a:xfrm>
          <a:off x="3861203" y="2029355"/>
          <a:ext cx="449121" cy="4491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F1FB5-CE94-4AE5-B4DE-88BA08DD8CF8}">
      <dsp:nvSpPr>
        <dsp:cNvPr id="0" name=""/>
        <dsp:cNvSpPr/>
      </dsp:nvSpPr>
      <dsp:spPr>
        <a:xfrm>
          <a:off x="3444162" y="2889101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• Conditional branching for feedback</a:t>
          </a:r>
          <a:endParaRPr lang="en-US" sz="1100" kern="1200"/>
        </a:p>
      </dsp:txBody>
      <dsp:txXfrm>
        <a:off x="3444162" y="2889101"/>
        <a:ext cx="1283203" cy="5132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E1B25-1B8C-4F67-9FB5-B569C20CA91A}">
      <dsp:nvSpPr>
        <dsp:cNvPr id="0" name=""/>
        <dsp:cNvSpPr/>
      </dsp:nvSpPr>
      <dsp:spPr>
        <a:xfrm>
          <a:off x="164960" y="495722"/>
          <a:ext cx="3881318" cy="3881318"/>
        </a:xfrm>
        <a:prstGeom prst="circularArrow">
          <a:avLst>
            <a:gd name="adj1" fmla="val 5544"/>
            <a:gd name="adj2" fmla="val 330680"/>
            <a:gd name="adj3" fmla="val 14815699"/>
            <a:gd name="adj4" fmla="val 16780334"/>
            <a:gd name="adj5" fmla="val 575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8DD13C-8E41-4FA2-B514-F62CC167B651}">
      <dsp:nvSpPr>
        <dsp:cNvPr id="0" name=""/>
        <dsp:cNvSpPr/>
      </dsp:nvSpPr>
      <dsp:spPr>
        <a:xfrm>
          <a:off x="1631649" y="544583"/>
          <a:ext cx="947940" cy="4739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Challenge:</a:t>
          </a:r>
        </a:p>
      </dsp:txBody>
      <dsp:txXfrm>
        <a:off x="1654786" y="567720"/>
        <a:ext cx="901666" cy="427696"/>
      </dsp:txXfrm>
    </dsp:sp>
    <dsp:sp modelId="{2E3B2107-2633-47A2-8219-6096E6161273}">
      <dsp:nvSpPr>
        <dsp:cNvPr id="0" name=""/>
        <dsp:cNvSpPr/>
      </dsp:nvSpPr>
      <dsp:spPr>
        <a:xfrm>
          <a:off x="2695557" y="931814"/>
          <a:ext cx="947940" cy="473970"/>
        </a:xfrm>
        <a:prstGeom prst="roundRect">
          <a:avLst/>
        </a:prstGeom>
        <a:solidFill>
          <a:schemeClr val="accent5">
            <a:hueOff val="913829"/>
            <a:satOff val="99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Users may enter unexpected inputs</a:t>
          </a:r>
        </a:p>
      </dsp:txBody>
      <dsp:txXfrm>
        <a:off x="2718694" y="954951"/>
        <a:ext cx="901666" cy="427696"/>
      </dsp:txXfrm>
    </dsp:sp>
    <dsp:sp modelId="{74CADBD0-C922-459C-8969-8BC1246A4BB6}">
      <dsp:nvSpPr>
        <dsp:cNvPr id="0" name=""/>
        <dsp:cNvSpPr/>
      </dsp:nvSpPr>
      <dsp:spPr>
        <a:xfrm>
          <a:off x="3261651" y="1912317"/>
          <a:ext cx="947940" cy="473970"/>
        </a:xfrm>
        <a:prstGeom prst="roundRect">
          <a:avLst/>
        </a:prstGeom>
        <a:solidFill>
          <a:schemeClr val="accent5">
            <a:hueOff val="1827658"/>
            <a:satOff val="199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Solution:</a:t>
          </a:r>
        </a:p>
      </dsp:txBody>
      <dsp:txXfrm>
        <a:off x="3284788" y="1935454"/>
        <a:ext cx="901666" cy="427696"/>
      </dsp:txXfrm>
    </dsp:sp>
    <dsp:sp modelId="{930EB298-755B-4B37-A9DE-B9A691CD6FCB}">
      <dsp:nvSpPr>
        <dsp:cNvPr id="0" name=""/>
        <dsp:cNvSpPr/>
      </dsp:nvSpPr>
      <dsp:spPr>
        <a:xfrm>
          <a:off x="3065048" y="3027303"/>
          <a:ext cx="947940" cy="473970"/>
        </a:xfrm>
        <a:prstGeom prst="roundRect">
          <a:avLst/>
        </a:prstGeom>
        <a:solidFill>
          <a:schemeClr val="accent5">
            <a:hueOff val="2741487"/>
            <a:satOff val="298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Restricted slot values (A, B, C)</a:t>
          </a:r>
        </a:p>
      </dsp:txBody>
      <dsp:txXfrm>
        <a:off x="3088185" y="3050440"/>
        <a:ext cx="901666" cy="427696"/>
      </dsp:txXfrm>
    </dsp:sp>
    <dsp:sp modelId="{61A56F6A-097E-4BE3-BAFA-E9C7F99D509E}">
      <dsp:nvSpPr>
        <dsp:cNvPr id="0" name=""/>
        <dsp:cNvSpPr/>
      </dsp:nvSpPr>
      <dsp:spPr>
        <a:xfrm>
          <a:off x="2197743" y="3755059"/>
          <a:ext cx="947940" cy="473970"/>
        </a:xfrm>
        <a:prstGeom prst="roundRect">
          <a:avLst/>
        </a:prstGeom>
        <a:solidFill>
          <a:schemeClr val="accent5">
            <a:hueOff val="3655316"/>
            <a:satOff val="397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Used synonyms for better understanding</a:t>
          </a:r>
        </a:p>
      </dsp:txBody>
      <dsp:txXfrm>
        <a:off x="2220880" y="3778196"/>
        <a:ext cx="901666" cy="427696"/>
      </dsp:txXfrm>
    </dsp:sp>
    <dsp:sp modelId="{561DD16D-8B99-46D3-829C-0EAFA4466A09}">
      <dsp:nvSpPr>
        <dsp:cNvPr id="0" name=""/>
        <dsp:cNvSpPr/>
      </dsp:nvSpPr>
      <dsp:spPr>
        <a:xfrm>
          <a:off x="1065556" y="3755059"/>
          <a:ext cx="947940" cy="473970"/>
        </a:xfrm>
        <a:prstGeom prst="roundRect">
          <a:avLst/>
        </a:prstGeom>
        <a:solidFill>
          <a:schemeClr val="accent5">
            <a:hueOff val="4569145"/>
            <a:satOff val="497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Challenge:</a:t>
          </a:r>
        </a:p>
      </dsp:txBody>
      <dsp:txXfrm>
        <a:off x="1088693" y="3778196"/>
        <a:ext cx="901666" cy="427696"/>
      </dsp:txXfrm>
    </dsp:sp>
    <dsp:sp modelId="{F9A06CC4-E436-4BC9-B082-4C304F68F906}">
      <dsp:nvSpPr>
        <dsp:cNvPr id="0" name=""/>
        <dsp:cNvSpPr/>
      </dsp:nvSpPr>
      <dsp:spPr>
        <a:xfrm>
          <a:off x="198250" y="3027303"/>
          <a:ext cx="947940" cy="473970"/>
        </a:xfrm>
        <a:prstGeom prst="roundRect">
          <a:avLst/>
        </a:prstGeom>
        <a:solidFill>
          <a:schemeClr val="accent5">
            <a:hueOff val="5482974"/>
            <a:satOff val="596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Making interaction user-friendly</a:t>
          </a:r>
        </a:p>
      </dsp:txBody>
      <dsp:txXfrm>
        <a:off x="221387" y="3050440"/>
        <a:ext cx="901666" cy="427696"/>
      </dsp:txXfrm>
    </dsp:sp>
    <dsp:sp modelId="{DC541F60-5BD9-43E0-BD91-666EB96D68BE}">
      <dsp:nvSpPr>
        <dsp:cNvPr id="0" name=""/>
        <dsp:cNvSpPr/>
      </dsp:nvSpPr>
      <dsp:spPr>
        <a:xfrm>
          <a:off x="1648" y="1912317"/>
          <a:ext cx="947940" cy="473970"/>
        </a:xfrm>
        <a:prstGeom prst="roundRect">
          <a:avLst/>
        </a:prstGeom>
        <a:solidFill>
          <a:schemeClr val="accent5">
            <a:hueOff val="6396803"/>
            <a:satOff val="696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Solution:</a:t>
          </a:r>
        </a:p>
      </dsp:txBody>
      <dsp:txXfrm>
        <a:off x="24785" y="1935454"/>
        <a:ext cx="901666" cy="427696"/>
      </dsp:txXfrm>
    </dsp:sp>
    <dsp:sp modelId="{E262050F-F4DC-471A-8074-25949DE55B98}">
      <dsp:nvSpPr>
        <dsp:cNvPr id="0" name=""/>
        <dsp:cNvSpPr/>
      </dsp:nvSpPr>
      <dsp:spPr>
        <a:xfrm>
          <a:off x="567742" y="931814"/>
          <a:ext cx="947940" cy="473970"/>
        </a:xfrm>
        <a:prstGeom prst="round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• Used buttons (response cards)</a:t>
          </a:r>
        </a:p>
      </dsp:txBody>
      <dsp:txXfrm>
        <a:off x="590879" y="954951"/>
        <a:ext cx="901666" cy="4276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F0946-60A7-4C73-9F8A-7379413784EC}">
      <dsp:nvSpPr>
        <dsp:cNvPr id="0" name=""/>
        <dsp:cNvSpPr/>
      </dsp:nvSpPr>
      <dsp:spPr>
        <a:xfrm>
          <a:off x="45087" y="800"/>
          <a:ext cx="2126672" cy="127600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• Built using Amazon Lex console</a:t>
          </a:r>
          <a:endParaRPr lang="en-US" sz="1800" kern="1200"/>
        </a:p>
      </dsp:txBody>
      <dsp:txXfrm>
        <a:off x="82460" y="38173"/>
        <a:ext cx="2051926" cy="1201257"/>
      </dsp:txXfrm>
    </dsp:sp>
    <dsp:sp modelId="{7BCED3AD-1D53-47EE-B9EB-4AFBB4C78E51}">
      <dsp:nvSpPr>
        <dsp:cNvPr id="0" name=""/>
        <dsp:cNvSpPr/>
      </dsp:nvSpPr>
      <dsp:spPr>
        <a:xfrm>
          <a:off x="2358906" y="375095"/>
          <a:ext cx="450854" cy="5274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358906" y="480578"/>
        <a:ext cx="315598" cy="316448"/>
      </dsp:txXfrm>
    </dsp:sp>
    <dsp:sp modelId="{77EEF075-F1FF-4502-92EB-938943578B0E}">
      <dsp:nvSpPr>
        <dsp:cNvPr id="0" name=""/>
        <dsp:cNvSpPr/>
      </dsp:nvSpPr>
      <dsp:spPr>
        <a:xfrm>
          <a:off x="3022427" y="800"/>
          <a:ext cx="2126672" cy="12760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• Tested using Lex test window</a:t>
          </a:r>
          <a:endParaRPr lang="en-US" sz="1800" kern="1200"/>
        </a:p>
      </dsp:txBody>
      <dsp:txXfrm>
        <a:off x="3059800" y="38173"/>
        <a:ext cx="2051926" cy="1201257"/>
      </dsp:txXfrm>
    </dsp:sp>
    <dsp:sp modelId="{1619971C-A5C9-4A95-BFF3-F92A4E3B85DA}">
      <dsp:nvSpPr>
        <dsp:cNvPr id="0" name=""/>
        <dsp:cNvSpPr/>
      </dsp:nvSpPr>
      <dsp:spPr>
        <a:xfrm>
          <a:off x="5336247" y="375095"/>
          <a:ext cx="450854" cy="5274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336247" y="480578"/>
        <a:ext cx="315598" cy="316448"/>
      </dsp:txXfrm>
    </dsp:sp>
    <dsp:sp modelId="{51BD95E9-A02F-4015-9321-13F37AE4265D}">
      <dsp:nvSpPr>
        <dsp:cNvPr id="0" name=""/>
        <dsp:cNvSpPr/>
      </dsp:nvSpPr>
      <dsp:spPr>
        <a:xfrm>
          <a:off x="5999768" y="800"/>
          <a:ext cx="2126672" cy="12760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• Verified correct and incorrect flows</a:t>
          </a:r>
          <a:endParaRPr lang="en-US" sz="1800" kern="1200"/>
        </a:p>
      </dsp:txBody>
      <dsp:txXfrm>
        <a:off x="6037141" y="38173"/>
        <a:ext cx="2051926" cy="1201257"/>
      </dsp:txXfrm>
    </dsp:sp>
    <dsp:sp modelId="{69A40D9C-86CC-4457-86B7-96A1221B69F8}">
      <dsp:nvSpPr>
        <dsp:cNvPr id="0" name=""/>
        <dsp:cNvSpPr/>
      </dsp:nvSpPr>
      <dsp:spPr>
        <a:xfrm rot="5400000">
          <a:off x="6837677" y="1425671"/>
          <a:ext cx="450854" cy="5274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6904880" y="1463951"/>
        <a:ext cx="316448" cy="315598"/>
      </dsp:txXfrm>
    </dsp:sp>
    <dsp:sp modelId="{1DFD9F80-F8C7-434D-8F2A-C89E4030E528}">
      <dsp:nvSpPr>
        <dsp:cNvPr id="0" name=""/>
        <dsp:cNvSpPr/>
      </dsp:nvSpPr>
      <dsp:spPr>
        <a:xfrm>
          <a:off x="5999768" y="2127472"/>
          <a:ext cx="2126672" cy="127600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• Ensured smooth interaction experience</a:t>
          </a:r>
          <a:endParaRPr lang="en-US" sz="1800" kern="1200"/>
        </a:p>
      </dsp:txBody>
      <dsp:txXfrm>
        <a:off x="6037141" y="2164845"/>
        <a:ext cx="2051926" cy="1201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3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3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3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2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9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5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0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62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2133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06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92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30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22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3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96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AWS Lex Chatbot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Client: CloudLearners Inc.</a:t>
            </a:r>
          </a:p>
          <a:p>
            <a:r>
              <a:t>Project: Educational S3 Quiz Chatbot</a:t>
            </a:r>
          </a:p>
          <a:p>
            <a:r>
              <a:t>Demonstration of Amazon Lex capabilities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 sz="3900">
                <a:solidFill>
                  <a:srgbClr val="EBEBEB"/>
                </a:solidFill>
              </a:rPr>
              <a:t>Introduction to Amazon Lex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100795-DD17-5156-D86E-2DD09D6D04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68587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Core Capabilities of Amazon Lex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5343B1-227B-B243-F968-FEA2FDF87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539949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Client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CloudLearners Inc. requires:</a:t>
            </a:r>
          </a:p>
          <a:p>
            <a:r>
              <a:t>• An educational chatbot</a:t>
            </a:r>
          </a:p>
          <a:p>
            <a:r>
              <a:t>• Interactive quiz functionality</a:t>
            </a:r>
          </a:p>
          <a:p>
            <a:r>
              <a:t>• Multiple-choice questions</a:t>
            </a:r>
          </a:p>
          <a:p>
            <a:r>
              <a:t>• Immediate feedback (correct/incorrect)</a:t>
            </a:r>
          </a:p>
          <a:p>
            <a:r>
              <a:t>• Easy and engaging user experience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Solution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302A28-5022-D114-F267-4C446A4D5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65789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Quiz Interaction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• User starts quiz</a:t>
            </a:r>
          </a:p>
          <a:p>
            <a:r>
              <a:t>• Bot asks question</a:t>
            </a:r>
          </a:p>
          <a:p>
            <a:r>
              <a:t>• User selects answer (A, B, or C)</a:t>
            </a:r>
          </a:p>
          <a:p>
            <a:r>
              <a:t>• Bot evaluates response</a:t>
            </a:r>
          </a:p>
          <a:p>
            <a:r>
              <a:t>• Feedback is provided</a:t>
            </a:r>
          </a:p>
          <a:p>
            <a:r>
              <a:t>• Flow continues smoothly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Technical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5B98BC-358E-01C7-FA9D-9AA1BB7431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04133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Handling User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• Correct Answer Condition: A</a:t>
            </a:r>
          </a:p>
          <a:p>
            <a:r>
              <a:t>• Response: Correct feedback</a:t>
            </a:r>
          </a:p>
          <a:p>
            <a:r>
              <a:t>• Incorrect Answer: B or C</a:t>
            </a:r>
          </a:p>
          <a:p>
            <a:r>
              <a:t>• Response: Shows correct answer</a:t>
            </a:r>
          </a:p>
          <a:p>
            <a:r>
              <a:t>• Ensures learning through feedback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 sz="3300">
                <a:solidFill>
                  <a:srgbClr val="F2F2F2"/>
                </a:solidFill>
              </a:rPr>
              <a:t>Challenges and Solutions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97DF82-CFD3-9079-37DD-4465EC0E19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702672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Build and Testing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62D8D9-0D72-A020-E6AA-69903C7AE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442775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• Successfully built an educational chatbot</a:t>
            </a:r>
          </a:p>
          <a:p>
            <a:r>
              <a:t>• Meets client requirements</a:t>
            </a:r>
          </a:p>
          <a:p>
            <a:r>
              <a:t>• Demonstrates Lex capabilities</a:t>
            </a:r>
          </a:p>
          <a:p>
            <a:r>
              <a:t>• Provides engaging learning experience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344</Words>
  <Application>Microsoft Office PowerPoint</Application>
  <PresentationFormat>On-screen Show (4:3)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AWS Lex Chatbot Presentation</vt:lpstr>
      <vt:lpstr>Introduction to Amazon Lex</vt:lpstr>
      <vt:lpstr>Core Capabilities of Amazon Lex</vt:lpstr>
      <vt:lpstr>Client Requirements</vt:lpstr>
      <vt:lpstr>Solution Overview</vt:lpstr>
      <vt:lpstr>Quiz Interaction Flow</vt:lpstr>
      <vt:lpstr>Technical Approach</vt:lpstr>
      <vt:lpstr>Handling User Responses</vt:lpstr>
      <vt:lpstr>Challenges and Solutions</vt:lpstr>
      <vt:lpstr>Build and Testing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AARON MARUBE KGAPHOLA</cp:lastModifiedBy>
  <cp:revision>2</cp:revision>
  <dcterms:created xsi:type="dcterms:W3CDTF">2013-01-27T09:14:16Z</dcterms:created>
  <dcterms:modified xsi:type="dcterms:W3CDTF">2026-03-17T19:33:19Z</dcterms:modified>
  <cp:category/>
</cp:coreProperties>
</file>